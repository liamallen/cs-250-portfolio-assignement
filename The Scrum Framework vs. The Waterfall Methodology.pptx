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1FE27F-A466-1238-162E-F01A0363F149}" v="5898" dt="2026-08-16T20:14:07.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en, Liam" userId="S::liam.allen@snhu.edu::1b0876de-5c54-4e3a-ae68-c95eef1153c0" providerId="AD" clId="Web-{1E1FE27F-A466-1238-162E-F01A0363F149}"/>
    <pc:docChg chg="mod addSld delSld modSld addMainMaster delMainMaster">
      <pc:chgData name="Allen, Liam" userId="S::liam.allen@snhu.edu::1b0876de-5c54-4e3a-ae68-c95eef1153c0" providerId="AD" clId="Web-{1E1FE27F-A466-1238-162E-F01A0363F149}" dt="2026-08-16T20:14:07.022" v="4207" actId="20577"/>
      <pc:docMkLst>
        <pc:docMk/>
      </pc:docMkLst>
      <pc:sldChg chg="modSp mod modClrScheme chgLayout">
        <pc:chgData name="Allen, Liam" userId="S::liam.allen@snhu.edu::1b0876de-5c54-4e3a-ae68-c95eef1153c0" providerId="AD" clId="Web-{1E1FE27F-A466-1238-162E-F01A0363F149}" dt="2026-08-16T18:12:35.288" v="227"/>
        <pc:sldMkLst>
          <pc:docMk/>
          <pc:sldMk cId="109857222" sldId="256"/>
        </pc:sldMkLst>
        <pc:spChg chg="mod ord">
          <ac:chgData name="Allen, Liam" userId="S::liam.allen@snhu.edu::1b0876de-5c54-4e3a-ae68-c95eef1153c0" providerId="AD" clId="Web-{1E1FE27F-A466-1238-162E-F01A0363F149}" dt="2026-08-16T18:12:35.288" v="227"/>
          <ac:spMkLst>
            <pc:docMk/>
            <pc:sldMk cId="109857222" sldId="256"/>
            <ac:spMk id="2" creationId="{00000000-0000-0000-0000-000000000000}"/>
          </ac:spMkLst>
        </pc:spChg>
        <pc:spChg chg="mod ord">
          <ac:chgData name="Allen, Liam" userId="S::liam.allen@snhu.edu::1b0876de-5c54-4e3a-ae68-c95eef1153c0" providerId="AD" clId="Web-{1E1FE27F-A466-1238-162E-F01A0363F149}" dt="2026-08-16T18:12:35.288" v="227"/>
          <ac:spMkLst>
            <pc:docMk/>
            <pc:sldMk cId="109857222" sldId="256"/>
            <ac:spMk id="3" creationId="{00000000-0000-0000-0000-000000000000}"/>
          </ac:spMkLst>
        </pc:spChg>
      </pc:sldChg>
      <pc:sldChg chg="modSp new mod modClrScheme chgLayout">
        <pc:chgData name="Allen, Liam" userId="S::liam.allen@snhu.edu::1b0876de-5c54-4e3a-ae68-c95eef1153c0" providerId="AD" clId="Web-{1E1FE27F-A466-1238-162E-F01A0363F149}" dt="2026-08-16T18:12:35.288" v="227"/>
        <pc:sldMkLst>
          <pc:docMk/>
          <pc:sldMk cId="2572622887" sldId="257"/>
        </pc:sldMkLst>
        <pc:spChg chg="mod ord">
          <ac:chgData name="Allen, Liam" userId="S::liam.allen@snhu.edu::1b0876de-5c54-4e3a-ae68-c95eef1153c0" providerId="AD" clId="Web-{1E1FE27F-A466-1238-162E-F01A0363F149}" dt="2026-08-16T18:12:35.288" v="227"/>
          <ac:spMkLst>
            <pc:docMk/>
            <pc:sldMk cId="2572622887" sldId="257"/>
            <ac:spMk id="2" creationId="{D9453966-841D-B0EB-4610-14A2F0E5DF52}"/>
          </ac:spMkLst>
        </pc:spChg>
        <pc:spChg chg="mod ord">
          <ac:chgData name="Allen, Liam" userId="S::liam.allen@snhu.edu::1b0876de-5c54-4e3a-ae68-c95eef1153c0" providerId="AD" clId="Web-{1E1FE27F-A466-1238-162E-F01A0363F149}" dt="2026-08-16T18:12:35.288" v="227"/>
          <ac:spMkLst>
            <pc:docMk/>
            <pc:sldMk cId="2572622887" sldId="257"/>
            <ac:spMk id="3" creationId="{6862607F-1959-F92F-AC30-75C3A1627D8E}"/>
          </ac:spMkLst>
        </pc:spChg>
      </pc:sldChg>
      <pc:sldChg chg="addSp delSp modSp add replId">
        <pc:chgData name="Allen, Liam" userId="S::liam.allen@snhu.edu::1b0876de-5c54-4e3a-ae68-c95eef1153c0" providerId="AD" clId="Web-{1E1FE27F-A466-1238-162E-F01A0363F149}" dt="2026-08-16T19:24:29.773" v="1745" actId="20577"/>
        <pc:sldMkLst>
          <pc:docMk/>
          <pc:sldMk cId="2748787573" sldId="258"/>
        </pc:sldMkLst>
        <pc:spChg chg="mod">
          <ac:chgData name="Allen, Liam" userId="S::liam.allen@snhu.edu::1b0876de-5c54-4e3a-ae68-c95eef1153c0" providerId="AD" clId="Web-{1E1FE27F-A466-1238-162E-F01A0363F149}" dt="2026-08-16T18:29:27.726" v="437" actId="20577"/>
          <ac:spMkLst>
            <pc:docMk/>
            <pc:sldMk cId="2748787573" sldId="258"/>
            <ac:spMk id="2" creationId="{33F6785F-176D-9B38-B9B1-B4EE17402871}"/>
          </ac:spMkLst>
        </pc:spChg>
        <pc:spChg chg="del mod">
          <ac:chgData name="Allen, Liam" userId="S::liam.allen@snhu.edu::1b0876de-5c54-4e3a-ae68-c95eef1153c0" providerId="AD" clId="Web-{1E1FE27F-A466-1238-162E-F01A0363F149}" dt="2026-08-16T18:19:59.919" v="308"/>
          <ac:spMkLst>
            <pc:docMk/>
            <pc:sldMk cId="2748787573" sldId="258"/>
            <ac:spMk id="3" creationId="{354F7060-899B-6C24-1371-BC81CF3E86B1}"/>
          </ac:spMkLst>
        </pc:spChg>
        <pc:spChg chg="add mod">
          <ac:chgData name="Allen, Liam" userId="S::liam.allen@snhu.edu::1b0876de-5c54-4e3a-ae68-c95eef1153c0" providerId="AD" clId="Web-{1E1FE27F-A466-1238-162E-F01A0363F149}" dt="2026-08-16T19:19:39.397" v="1235" actId="20577"/>
          <ac:spMkLst>
            <pc:docMk/>
            <pc:sldMk cId="2748787573" sldId="258"/>
            <ac:spMk id="4" creationId="{A62E31A0-1AB4-FE01-EEC5-5635928C7F27}"/>
          </ac:spMkLst>
        </pc:spChg>
        <pc:spChg chg="add mod">
          <ac:chgData name="Allen, Liam" userId="S::liam.allen@snhu.edu::1b0876de-5c54-4e3a-ae68-c95eef1153c0" providerId="AD" clId="Web-{1E1FE27F-A466-1238-162E-F01A0363F149}" dt="2026-08-16T19:22:54.585" v="1593" actId="20577"/>
          <ac:spMkLst>
            <pc:docMk/>
            <pc:sldMk cId="2748787573" sldId="258"/>
            <ac:spMk id="5" creationId="{7600C9CC-DB1C-6777-C4D7-C59A5EC1F7BD}"/>
          </ac:spMkLst>
        </pc:spChg>
        <pc:spChg chg="add mod">
          <ac:chgData name="Allen, Liam" userId="S::liam.allen@snhu.edu::1b0876de-5c54-4e3a-ae68-c95eef1153c0" providerId="AD" clId="Web-{1E1FE27F-A466-1238-162E-F01A0363F149}" dt="2026-08-16T19:24:29.773" v="1745" actId="20577"/>
          <ac:spMkLst>
            <pc:docMk/>
            <pc:sldMk cId="2748787573" sldId="258"/>
            <ac:spMk id="6" creationId="{BF939EA8-EA6C-E2DD-E250-80D8E80B7B45}"/>
          </ac:spMkLst>
        </pc:spChg>
        <pc:spChg chg="add del mod">
          <ac:chgData name="Allen, Liam" userId="S::liam.allen@snhu.edu::1b0876de-5c54-4e3a-ae68-c95eef1153c0" providerId="AD" clId="Web-{1E1FE27F-A466-1238-162E-F01A0363F149}" dt="2026-08-16T18:20:07.294" v="309"/>
          <ac:spMkLst>
            <pc:docMk/>
            <pc:sldMk cId="2748787573" sldId="258"/>
            <ac:spMk id="8" creationId="{AB6A95DC-C9BB-7E1A-259D-A992528CB50B}"/>
          </ac:spMkLst>
        </pc:spChg>
        <pc:spChg chg="add del mod">
          <ac:chgData name="Allen, Liam" userId="S::liam.allen@snhu.edu::1b0876de-5c54-4e3a-ae68-c95eef1153c0" providerId="AD" clId="Web-{1E1FE27F-A466-1238-162E-F01A0363F149}" dt="2026-08-16T18:20:20.169" v="312"/>
          <ac:spMkLst>
            <pc:docMk/>
            <pc:sldMk cId="2748787573" sldId="258"/>
            <ac:spMk id="9" creationId="{3ED41878-A4A1-27B0-CC21-0D187F1168D3}"/>
          </ac:spMkLst>
        </pc:spChg>
        <pc:spChg chg="add mod">
          <ac:chgData name="Allen, Liam" userId="S::liam.allen@snhu.edu::1b0876de-5c54-4e3a-ae68-c95eef1153c0" providerId="AD" clId="Web-{1E1FE27F-A466-1238-162E-F01A0363F149}" dt="2026-08-16T19:17:05.069" v="966" actId="20577"/>
          <ac:spMkLst>
            <pc:docMk/>
            <pc:sldMk cId="2748787573" sldId="258"/>
            <ac:spMk id="10" creationId="{CF3EC113-AE69-34CE-AC93-C936F62817FD}"/>
          </ac:spMkLst>
        </pc:spChg>
        <pc:cxnChg chg="add del">
          <ac:chgData name="Allen, Liam" userId="S::liam.allen@snhu.edu::1b0876de-5c54-4e3a-ae68-c95eef1153c0" providerId="AD" clId="Web-{1E1FE27F-A466-1238-162E-F01A0363F149}" dt="2026-08-16T18:22:10.045" v="327"/>
          <ac:cxnSpMkLst>
            <pc:docMk/>
            <pc:sldMk cId="2748787573" sldId="258"/>
            <ac:cxnSpMk id="11" creationId="{E1393883-5E75-744E-4A9C-03B39D8F7282}"/>
          </ac:cxnSpMkLst>
        </pc:cxnChg>
      </pc:sldChg>
      <pc:sldChg chg="addSp delSp modSp new del mod setBg modClrScheme addAnim delAnim chgLayout">
        <pc:chgData name="Allen, Liam" userId="S::liam.allen@snhu.edu::1b0876de-5c54-4e3a-ae68-c95eef1153c0" providerId="AD" clId="Web-{1E1FE27F-A466-1238-162E-F01A0363F149}" dt="2026-08-16T18:12:38.335" v="228"/>
        <pc:sldMkLst>
          <pc:docMk/>
          <pc:sldMk cId="4256784276" sldId="258"/>
        </pc:sldMkLst>
        <pc:spChg chg="del">
          <ac:chgData name="Allen, Liam" userId="S::liam.allen@snhu.edu::1b0876de-5c54-4e3a-ae68-c95eef1153c0" providerId="AD" clId="Web-{1E1FE27F-A466-1238-162E-F01A0363F149}" dt="2026-08-16T18:09:15.676" v="203"/>
          <ac:spMkLst>
            <pc:docMk/>
            <pc:sldMk cId="4256784276" sldId="258"/>
            <ac:spMk id="2" creationId="{FC6C801A-2845-B17A-C221-A2A39835C583}"/>
          </ac:spMkLst>
        </pc:spChg>
        <pc:spChg chg="del">
          <ac:chgData name="Allen, Liam" userId="S::liam.allen@snhu.edu::1b0876de-5c54-4e3a-ae68-c95eef1153c0" providerId="AD" clId="Web-{1E1FE27F-A466-1238-162E-F01A0363F149}" dt="2026-08-16T18:09:09.160" v="202"/>
          <ac:spMkLst>
            <pc:docMk/>
            <pc:sldMk cId="4256784276" sldId="258"/>
            <ac:spMk id="3" creationId="{06D62D91-FF3C-7F48-755C-B9FC43856DAD}"/>
          </ac:spMkLst>
        </pc:spChg>
        <pc:spChg chg="add del">
          <ac:chgData name="Allen, Liam" userId="S::liam.allen@snhu.edu::1b0876de-5c54-4e3a-ae68-c95eef1153c0" providerId="AD" clId="Web-{1E1FE27F-A466-1238-162E-F01A0363F149}" dt="2026-08-16T18:11:01.224" v="205"/>
          <ac:spMkLst>
            <pc:docMk/>
            <pc:sldMk cId="4256784276" sldId="258"/>
            <ac:spMk id="4" creationId="{52097E82-B2B8-BA63-6382-C8A21CA91735}"/>
          </ac:spMkLst>
        </pc:spChg>
        <pc:spChg chg="add del">
          <ac:chgData name="Allen, Liam" userId="S::liam.allen@snhu.edu::1b0876de-5c54-4e3a-ae68-c95eef1153c0" providerId="AD" clId="Web-{1E1FE27F-A466-1238-162E-F01A0363F149}" dt="2026-08-16T18:11:07.787" v="207"/>
          <ac:spMkLst>
            <pc:docMk/>
            <pc:sldMk cId="4256784276" sldId="258"/>
            <ac:spMk id="5" creationId="{C165627C-B693-E77B-82B9-695A6B026333}"/>
          </ac:spMkLst>
        </pc:spChg>
        <pc:spChg chg="add">
          <ac:chgData name="Allen, Liam" userId="S::liam.allen@snhu.edu::1b0876de-5c54-4e3a-ae68-c95eef1153c0" providerId="AD" clId="Web-{1E1FE27F-A466-1238-162E-F01A0363F149}" dt="2026-08-16T18:11:12.771" v="208"/>
          <ac:spMkLst>
            <pc:docMk/>
            <pc:sldMk cId="4256784276" sldId="258"/>
            <ac:spMk id="6" creationId="{D42EE1CB-AF8B-A168-8C24-D8EDC303DE2A}"/>
          </ac:spMkLst>
        </pc:spChg>
        <pc:spChg chg="add mod">
          <ac:chgData name="Allen, Liam" userId="S::liam.allen@snhu.edu::1b0876de-5c54-4e3a-ae68-c95eef1153c0" providerId="AD" clId="Web-{1E1FE27F-A466-1238-162E-F01A0363F149}" dt="2026-08-16T18:12:16.085" v="224" actId="1076"/>
          <ac:spMkLst>
            <pc:docMk/>
            <pc:sldMk cId="4256784276" sldId="258"/>
            <ac:spMk id="7" creationId="{4F6554AB-C7AF-1129-C54E-7EA8BB1920E5}"/>
          </ac:spMkLst>
        </pc:spChg>
      </pc:sldChg>
      <pc:sldChg chg="addSp delSp modSp new">
        <pc:chgData name="Allen, Liam" userId="S::liam.allen@snhu.edu::1b0876de-5c54-4e3a-ae68-c95eef1153c0" providerId="AD" clId="Web-{1E1FE27F-A466-1238-162E-F01A0363F149}" dt="2026-08-16T19:47:52.889" v="2958" actId="1076"/>
        <pc:sldMkLst>
          <pc:docMk/>
          <pc:sldMk cId="3883693577" sldId="259"/>
        </pc:sldMkLst>
        <pc:spChg chg="mod">
          <ac:chgData name="Allen, Liam" userId="S::liam.allen@snhu.edu::1b0876de-5c54-4e3a-ae68-c95eef1153c0" providerId="AD" clId="Web-{1E1FE27F-A466-1238-162E-F01A0363F149}" dt="2026-08-16T19:39:21.902" v="2690" actId="1076"/>
          <ac:spMkLst>
            <pc:docMk/>
            <pc:sldMk cId="3883693577" sldId="259"/>
            <ac:spMk id="2" creationId="{ACB040B5-ABAC-AB03-684A-FF7A8F2F0C3A}"/>
          </ac:spMkLst>
        </pc:spChg>
        <pc:spChg chg="del">
          <ac:chgData name="Allen, Liam" userId="S::liam.allen@snhu.edu::1b0876de-5c54-4e3a-ae68-c95eef1153c0" providerId="AD" clId="Web-{1E1FE27F-A466-1238-162E-F01A0363F149}" dt="2026-08-16T18:25:13.130" v="365"/>
          <ac:spMkLst>
            <pc:docMk/>
            <pc:sldMk cId="3883693577" sldId="259"/>
            <ac:spMk id="3" creationId="{1DAB02EA-CE39-5C42-0E06-5208F4C9F0E9}"/>
          </ac:spMkLst>
        </pc:spChg>
        <pc:spChg chg="add del">
          <ac:chgData name="Allen, Liam" userId="S::liam.allen@snhu.edu::1b0876de-5c54-4e3a-ae68-c95eef1153c0" providerId="AD" clId="Web-{1E1FE27F-A466-1238-162E-F01A0363F149}" dt="2026-08-16T19:26:17.320" v="1747"/>
          <ac:spMkLst>
            <pc:docMk/>
            <pc:sldMk cId="3883693577" sldId="259"/>
            <ac:spMk id="3" creationId="{8259D37A-CE2B-94BA-F18F-81F597CA90A6}"/>
          </ac:spMkLst>
        </pc:spChg>
        <pc:spChg chg="add del">
          <ac:chgData name="Allen, Liam" userId="S::liam.allen@snhu.edu::1b0876de-5c54-4e3a-ae68-c95eef1153c0" providerId="AD" clId="Web-{1E1FE27F-A466-1238-162E-F01A0363F149}" dt="2026-08-16T19:26:20.429" v="1749"/>
          <ac:spMkLst>
            <pc:docMk/>
            <pc:sldMk cId="3883693577" sldId="259"/>
            <ac:spMk id="4" creationId="{85B97D50-11ED-C3D6-3F8D-D0DD21E3C424}"/>
          </ac:spMkLst>
        </pc:spChg>
        <pc:spChg chg="add mod">
          <ac:chgData name="Allen, Liam" userId="S::liam.allen@snhu.edu::1b0876de-5c54-4e3a-ae68-c95eef1153c0" providerId="AD" clId="Web-{1E1FE27F-A466-1238-162E-F01A0363F149}" dt="2026-08-16T19:47:45.561" v="2956" actId="1076"/>
          <ac:spMkLst>
            <pc:docMk/>
            <pc:sldMk cId="3883693577" sldId="259"/>
            <ac:spMk id="5" creationId="{61105B69-B43D-683A-2121-3A62BB84AB8A}"/>
          </ac:spMkLst>
        </pc:spChg>
        <pc:spChg chg="add del">
          <ac:chgData name="Allen, Liam" userId="S::liam.allen@snhu.edu::1b0876de-5c54-4e3a-ae68-c95eef1153c0" providerId="AD" clId="Web-{1E1FE27F-A466-1238-162E-F01A0363F149}" dt="2026-08-16T19:28:54.320" v="1884"/>
          <ac:spMkLst>
            <pc:docMk/>
            <pc:sldMk cId="3883693577" sldId="259"/>
            <ac:spMk id="6" creationId="{34644151-93C3-4A3B-9B9D-76235E4709A9}"/>
          </ac:spMkLst>
        </pc:spChg>
        <pc:spChg chg="add mod">
          <ac:chgData name="Allen, Liam" userId="S::liam.allen@snhu.edu::1b0876de-5c54-4e3a-ae68-c95eef1153c0" providerId="AD" clId="Web-{1E1FE27F-A466-1238-162E-F01A0363F149}" dt="2026-08-16T19:47:52.889" v="2958" actId="1076"/>
          <ac:spMkLst>
            <pc:docMk/>
            <pc:sldMk cId="3883693577" sldId="259"/>
            <ac:spMk id="7" creationId="{E491AB7C-4437-A60C-FA5E-4F6241A591DA}"/>
          </ac:spMkLst>
        </pc:spChg>
      </pc:sldChg>
      <pc:sldChg chg="addSp delSp modSp new">
        <pc:chgData name="Allen, Liam" userId="S::liam.allen@snhu.edu::1b0876de-5c54-4e3a-ae68-c95eef1153c0" providerId="AD" clId="Web-{1E1FE27F-A466-1238-162E-F01A0363F149}" dt="2026-08-16T19:53:59.124" v="3537" actId="20577"/>
        <pc:sldMkLst>
          <pc:docMk/>
          <pc:sldMk cId="3105265035" sldId="260"/>
        </pc:sldMkLst>
        <pc:spChg chg="mod">
          <ac:chgData name="Allen, Liam" userId="S::liam.allen@snhu.edu::1b0876de-5c54-4e3a-ae68-c95eef1153c0" providerId="AD" clId="Web-{1E1FE27F-A466-1238-162E-F01A0363F149}" dt="2026-08-16T19:48:24.764" v="2963" actId="1076"/>
          <ac:spMkLst>
            <pc:docMk/>
            <pc:sldMk cId="3105265035" sldId="260"/>
            <ac:spMk id="2" creationId="{2D921959-AB7B-199E-8A95-8C2D82A9973A}"/>
          </ac:spMkLst>
        </pc:spChg>
        <pc:spChg chg="del">
          <ac:chgData name="Allen, Liam" userId="S::liam.allen@snhu.edu::1b0876de-5c54-4e3a-ae68-c95eef1153c0" providerId="AD" clId="Web-{1E1FE27F-A466-1238-162E-F01A0363F149}" dt="2026-08-16T18:25:56.333" v="378"/>
          <ac:spMkLst>
            <pc:docMk/>
            <pc:sldMk cId="3105265035" sldId="260"/>
            <ac:spMk id="3" creationId="{072315B7-8E86-8078-B311-D2A9F9D35756}"/>
          </ac:spMkLst>
        </pc:spChg>
        <pc:spChg chg="add mod">
          <ac:chgData name="Allen, Liam" userId="S::liam.allen@snhu.edu::1b0876de-5c54-4e3a-ae68-c95eef1153c0" providerId="AD" clId="Web-{1E1FE27F-A466-1238-162E-F01A0363F149}" dt="2026-08-16T19:48:24.764" v="2964" actId="1076"/>
          <ac:spMkLst>
            <pc:docMk/>
            <pc:sldMk cId="3105265035" sldId="260"/>
            <ac:spMk id="3" creationId="{2B0CAC47-BB74-67FE-8697-527AA273146A}"/>
          </ac:spMkLst>
        </pc:spChg>
        <pc:spChg chg="add mod">
          <ac:chgData name="Allen, Liam" userId="S::liam.allen@snhu.edu::1b0876de-5c54-4e3a-ae68-c95eef1153c0" providerId="AD" clId="Web-{1E1FE27F-A466-1238-162E-F01A0363F149}" dt="2026-08-16T19:53:59.124" v="3537" actId="20577"/>
          <ac:spMkLst>
            <pc:docMk/>
            <pc:sldMk cId="3105265035" sldId="260"/>
            <ac:spMk id="4" creationId="{4BAA05EA-76BD-D357-A963-B249FBFA911F}"/>
          </ac:spMkLst>
        </pc:spChg>
      </pc:sldChg>
      <pc:sldChg chg="addSp modSp new">
        <pc:chgData name="Allen, Liam" userId="S::liam.allen@snhu.edu::1b0876de-5c54-4e3a-ae68-c95eef1153c0" providerId="AD" clId="Web-{1E1FE27F-A466-1238-162E-F01A0363F149}" dt="2026-08-16T20:14:07.022" v="4207" actId="20577"/>
        <pc:sldMkLst>
          <pc:docMk/>
          <pc:sldMk cId="1130225105" sldId="261"/>
        </pc:sldMkLst>
        <pc:spChg chg="mod">
          <ac:chgData name="Allen, Liam" userId="S::liam.allen@snhu.edu::1b0876de-5c54-4e3a-ae68-c95eef1153c0" providerId="AD" clId="Web-{1E1FE27F-A466-1238-162E-F01A0363F149}" dt="2026-08-16T18:26:14.287" v="388" actId="20577"/>
          <ac:spMkLst>
            <pc:docMk/>
            <pc:sldMk cId="1130225105" sldId="261"/>
            <ac:spMk id="2" creationId="{4DEFE887-EDDB-FE10-1B2B-6DA68A15978C}"/>
          </ac:spMkLst>
        </pc:spChg>
        <pc:spChg chg="mod">
          <ac:chgData name="Allen, Liam" userId="S::liam.allen@snhu.edu::1b0876de-5c54-4e3a-ae68-c95eef1153c0" providerId="AD" clId="Web-{1E1FE27F-A466-1238-162E-F01A0363F149}" dt="2026-08-16T20:07:48.803" v="4163" actId="1076"/>
          <ac:spMkLst>
            <pc:docMk/>
            <pc:sldMk cId="1130225105" sldId="261"/>
            <ac:spMk id="3" creationId="{8843B904-91CF-7654-5B89-D924AA00E128}"/>
          </ac:spMkLst>
        </pc:spChg>
        <pc:spChg chg="add mod">
          <ac:chgData name="Allen, Liam" userId="S::liam.allen@snhu.edu::1b0876de-5c54-4e3a-ae68-c95eef1153c0" providerId="AD" clId="Web-{1E1FE27F-A466-1238-162E-F01A0363F149}" dt="2026-08-16T20:07:48.803" v="4164" actId="1076"/>
          <ac:spMkLst>
            <pc:docMk/>
            <pc:sldMk cId="1130225105" sldId="261"/>
            <ac:spMk id="4" creationId="{B855FD69-773A-51DB-83A2-426DBF7FCE6B}"/>
          </ac:spMkLst>
        </pc:spChg>
        <pc:spChg chg="add mod">
          <ac:chgData name="Allen, Liam" userId="S::liam.allen@snhu.edu::1b0876de-5c54-4e3a-ae68-c95eef1153c0" providerId="AD" clId="Web-{1E1FE27F-A466-1238-162E-F01A0363F149}" dt="2026-08-16T20:14:07.022" v="4207" actId="20577"/>
          <ac:spMkLst>
            <pc:docMk/>
            <pc:sldMk cId="1130225105" sldId="261"/>
            <ac:spMk id="5" creationId="{706EE4E1-9B5B-AE35-01F3-7847AD877FD4}"/>
          </ac:spMkLst>
        </pc:spChg>
      </pc:sldChg>
      <pc:sldChg chg="modSp new">
        <pc:chgData name="Allen, Liam" userId="S::liam.allen@snhu.edu::1b0876de-5c54-4e3a-ae68-c95eef1153c0" providerId="AD" clId="Web-{1E1FE27F-A466-1238-162E-F01A0363F149}" dt="2026-08-16T19:02:32.698" v="460" actId="20577"/>
        <pc:sldMkLst>
          <pc:docMk/>
          <pc:sldMk cId="3012215171" sldId="262"/>
        </pc:sldMkLst>
        <pc:spChg chg="mod">
          <ac:chgData name="Allen, Liam" userId="S::liam.allen@snhu.edu::1b0876de-5c54-4e3a-ae68-c95eef1153c0" providerId="AD" clId="Web-{1E1FE27F-A466-1238-162E-F01A0363F149}" dt="2026-08-16T18:28:58.179" v="434" actId="20577"/>
          <ac:spMkLst>
            <pc:docMk/>
            <pc:sldMk cId="3012215171" sldId="262"/>
            <ac:spMk id="2" creationId="{F0A2BD1F-E20D-E890-BE9A-07CB611B8C64}"/>
          </ac:spMkLst>
        </pc:spChg>
        <pc:spChg chg="mod">
          <ac:chgData name="Allen, Liam" userId="S::liam.allen@snhu.edu::1b0876de-5c54-4e3a-ae68-c95eef1153c0" providerId="AD" clId="Web-{1E1FE27F-A466-1238-162E-F01A0363F149}" dt="2026-08-16T19:02:32.698" v="460" actId="20577"/>
          <ac:spMkLst>
            <pc:docMk/>
            <pc:sldMk cId="3012215171" sldId="262"/>
            <ac:spMk id="3" creationId="{C3FCC346-CD33-DDBF-95CE-5805F7DFD99B}"/>
          </ac:spMkLst>
        </pc:spChg>
      </pc:sldChg>
      <pc:sldMasterChg chg="del delSldLayout">
        <pc:chgData name="Allen, Liam" userId="S::liam.allen@snhu.edu::1b0876de-5c54-4e3a-ae68-c95eef1153c0" providerId="AD" clId="Web-{1E1FE27F-A466-1238-162E-F01A0363F149}" dt="2026-08-16T18:12:21.804" v="225"/>
        <pc:sldMasterMkLst>
          <pc:docMk/>
          <pc:sldMasterMk cId="2460954070" sldId="2147483660"/>
        </pc:sldMasterMkLst>
        <pc:sldLayoutChg chg="del">
          <pc:chgData name="Allen, Liam" userId="S::liam.allen@snhu.edu::1b0876de-5c54-4e3a-ae68-c95eef1153c0" providerId="AD" clId="Web-{1E1FE27F-A466-1238-162E-F01A0363F149}" dt="2026-08-16T18:12:21.804" v="225"/>
          <pc:sldLayoutMkLst>
            <pc:docMk/>
            <pc:sldMasterMk cId="2460954070" sldId="2147483660"/>
            <pc:sldLayoutMk cId="2385387890" sldId="2147483661"/>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949138452" sldId="2147483662"/>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2591524520" sldId="2147483663"/>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1203092039" sldId="2147483664"/>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3733172339" sldId="2147483665"/>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3210312558" sldId="2147483666"/>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3146388984" sldId="2147483667"/>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3171841454" sldId="2147483668"/>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1718958274" sldId="2147483669"/>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2202905451" sldId="2147483670"/>
          </pc:sldLayoutMkLst>
        </pc:sldLayoutChg>
        <pc:sldLayoutChg chg="del">
          <pc:chgData name="Allen, Liam" userId="S::liam.allen@snhu.edu::1b0876de-5c54-4e3a-ae68-c95eef1153c0" providerId="AD" clId="Web-{1E1FE27F-A466-1238-162E-F01A0363F149}" dt="2026-08-16T18:12:21.804" v="225"/>
          <pc:sldLayoutMkLst>
            <pc:docMk/>
            <pc:sldMasterMk cId="2460954070" sldId="2147483660"/>
            <pc:sldLayoutMk cId="3479445657" sldId="2147483671"/>
          </pc:sldLayoutMkLst>
        </pc:sldLayoutChg>
      </pc:sldMasterChg>
      <pc:sldMasterChg chg="add del addSldLayout delSldLayout modSldLayout">
        <pc:chgData name="Allen, Liam" userId="S::liam.allen@snhu.edu::1b0876de-5c54-4e3a-ae68-c95eef1153c0" providerId="AD" clId="Web-{1E1FE27F-A466-1238-162E-F01A0363F149}" dt="2026-08-16T18:12:23.570" v="226"/>
        <pc:sldMasterMkLst>
          <pc:docMk/>
          <pc:sldMasterMk cId="1766033051" sldId="2147483672"/>
        </pc:sldMasterMkLst>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338811529" sldId="2147483673"/>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668155209" sldId="2147483674"/>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3846815561" sldId="2147483675"/>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206228422" sldId="2147483676"/>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689404022" sldId="2147483677"/>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996844495" sldId="2147483678"/>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578644782" sldId="2147483679"/>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539993487" sldId="2147483680"/>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683184286" sldId="2147483681"/>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2511762715" sldId="2147483682"/>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2004425264" sldId="2147483683"/>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2157212749" sldId="2147483684"/>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915296372" sldId="2147483685"/>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590243940" sldId="2147483686"/>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689216786" sldId="2147483687"/>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936893685" sldId="2147483688"/>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507710165" sldId="2147483689"/>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380541210" sldId="2147483690"/>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3268300199" sldId="2147483691"/>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3426747242" sldId="2147483692"/>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2817810793" sldId="2147483693"/>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3199891669" sldId="2147483694"/>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2554040075" sldId="2147483695"/>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2215930584" sldId="2147483696"/>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620030685" sldId="2147483697"/>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298496379" sldId="2147483698"/>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320622569" sldId="2147483699"/>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859370159" sldId="2147483700"/>
          </pc:sldLayoutMkLst>
        </pc:sldLayoutChg>
        <pc:sldLayoutChg chg="add del mod replId">
          <pc:chgData name="Allen, Liam" userId="S::liam.allen@snhu.edu::1b0876de-5c54-4e3a-ae68-c95eef1153c0" providerId="AD" clId="Web-{1E1FE27F-A466-1238-162E-F01A0363F149}" dt="2026-08-16T18:12:23.570" v="226"/>
          <pc:sldLayoutMkLst>
            <pc:docMk/>
            <pc:sldMasterMk cId="1766033051" sldId="2147483672"/>
            <pc:sldLayoutMk cId="1554610136" sldId="2147483701"/>
          </pc:sldLayoutMkLst>
        </pc:sldLayoutChg>
      </pc:sldMasterChg>
      <pc:sldMasterChg chg="add del addSldLayout delSldLayout modSldLayout">
        <pc:chgData name="Allen, Liam" userId="S::liam.allen@snhu.edu::1b0876de-5c54-4e3a-ae68-c95eef1153c0" providerId="AD" clId="Web-{1E1FE27F-A466-1238-162E-F01A0363F149}" dt="2026-08-16T18:12:35.288" v="227"/>
        <pc:sldMasterMkLst>
          <pc:docMk/>
          <pc:sldMasterMk cId="590320840" sldId="2147483702"/>
        </pc:sldMasterMkLst>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195455825" sldId="2147483703"/>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2523570325" sldId="2147483704"/>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984191748" sldId="2147483705"/>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104401318" sldId="2147483706"/>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1037307764" sldId="2147483707"/>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834442060" sldId="2147483708"/>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1218113069" sldId="2147483709"/>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695083122" sldId="2147483710"/>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2555909662" sldId="2147483711"/>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615572214" sldId="2147483712"/>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693516323" sldId="2147483713"/>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335642467" sldId="2147483714"/>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4132847618" sldId="2147483715"/>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482273678" sldId="2147483716"/>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1432135726" sldId="2147483717"/>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4250933974" sldId="2147483718"/>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818871255" sldId="2147483719"/>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956499149" sldId="2147483720"/>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451522106" sldId="2147483721"/>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402355361" sldId="2147483722"/>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81259779" sldId="2147483723"/>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1966703134" sldId="2147483724"/>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628843122" sldId="2147483725"/>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3501479266" sldId="2147483726"/>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4133271066" sldId="2147483727"/>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2428248022" sldId="2147483728"/>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1267566607" sldId="2147483729"/>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2748542750" sldId="2147483730"/>
          </pc:sldLayoutMkLst>
        </pc:sldLayoutChg>
        <pc:sldLayoutChg chg="add del mod replId">
          <pc:chgData name="Allen, Liam" userId="S::liam.allen@snhu.edu::1b0876de-5c54-4e3a-ae68-c95eef1153c0" providerId="AD" clId="Web-{1E1FE27F-A466-1238-162E-F01A0363F149}" dt="2026-08-16T18:12:35.288" v="227"/>
          <pc:sldLayoutMkLst>
            <pc:docMk/>
            <pc:sldMasterMk cId="590320840" sldId="2147483702"/>
            <pc:sldLayoutMk cId="161682348" sldId="2147483731"/>
          </pc:sldLayoutMkLst>
        </pc:sldLayoutChg>
      </pc:sldMasterChg>
      <pc:sldMasterChg chg="add addSldLayout modSldLayout">
        <pc:chgData name="Allen, Liam" userId="S::liam.allen@snhu.edu::1b0876de-5c54-4e3a-ae68-c95eef1153c0" providerId="AD" clId="Web-{1E1FE27F-A466-1238-162E-F01A0363F149}" dt="2026-08-16T18:12:35.288" v="227"/>
        <pc:sldMasterMkLst>
          <pc:docMk/>
          <pc:sldMasterMk cId="158107853" sldId="2147483732"/>
        </pc:sldMasterMkLst>
        <pc:sldLayoutChg chg="add mod replId">
          <pc:chgData name="Allen, Liam" userId="S::liam.allen@snhu.edu::1b0876de-5c54-4e3a-ae68-c95eef1153c0" providerId="AD" clId="Web-{1E1FE27F-A466-1238-162E-F01A0363F149}" dt="2026-08-16T18:12:35.288" v="227"/>
          <pc:sldLayoutMkLst>
            <pc:docMk/>
            <pc:sldMasterMk cId="158107853" sldId="2147483732"/>
            <pc:sldLayoutMk cId="1046130301" sldId="2147483733"/>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80913172" sldId="2147483734"/>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3756568630" sldId="2147483735"/>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434927630" sldId="2147483736"/>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608450436" sldId="2147483737"/>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163958162" sldId="2147483738"/>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943687981" sldId="2147483739"/>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1360640684" sldId="2147483740"/>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1069615923" sldId="2147483741"/>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4184800291" sldId="2147483742"/>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1393834127" sldId="2147483743"/>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139873637" sldId="2147483744"/>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379867465" sldId="2147483745"/>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828523642" sldId="2147483746"/>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474638374" sldId="2147483747"/>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096919014" sldId="2147483748"/>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105569698" sldId="2147483749"/>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1615230562" sldId="2147483750"/>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368317717" sldId="2147483751"/>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1332631079" sldId="2147483752"/>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462346625" sldId="2147483753"/>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3177915601" sldId="2147483754"/>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3700277188" sldId="2147483755"/>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666591707" sldId="2147483756"/>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3537014460" sldId="2147483757"/>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2113267398" sldId="2147483758"/>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672241317" sldId="2147483759"/>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1131565338" sldId="2147483760"/>
          </pc:sldLayoutMkLst>
        </pc:sldLayoutChg>
        <pc:sldLayoutChg chg="add mod replId">
          <pc:chgData name="Allen, Liam" userId="S::liam.allen@snhu.edu::1b0876de-5c54-4e3a-ae68-c95eef1153c0" providerId="AD" clId="Web-{1E1FE27F-A466-1238-162E-F01A0363F149}" dt="2026-08-16T18:12:35.288" v="227"/>
          <pc:sldLayoutMkLst>
            <pc:docMk/>
            <pc:sldMasterMk cId="158107853" sldId="2147483732"/>
            <pc:sldLayoutMk cId="1982473288" sldId="214748376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dirty="0"/>
              <a:t>8/16/2026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dirty="0"/>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130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dirty="0"/>
              <a:t>8/16/2026</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dirty="0"/>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913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0" y="1"/>
            <a:ext cx="12191999" cy="4467828"/>
          </a:xfrm>
          <a:blipFill dpi="0" rotWithShape="1">
            <a:blip r:embed="rId2">
              <a:alphaModFix amt="60000"/>
            </a:blip>
            <a:srcRect/>
            <a:stretch>
              <a:fillRect/>
            </a:stretch>
          </a:blipFill>
        </p:spPr>
        <p:txBody>
          <a:bodyPr anchor="t"/>
          <a:lstStyle>
            <a:lvl1pPr marL="0" indent="0">
              <a:buNone/>
              <a:defRPr/>
            </a:lvl1pPr>
          </a:lstStyle>
          <a:p>
            <a:endParaRP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dirty="0"/>
              <a:pPr/>
              <a:t>8/16/2026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dirty="0"/>
              <a:pPr/>
              <a:t>‹#›</a:t>
            </a:fld>
            <a:endParaRPr lang="en-US" dirty="0"/>
          </a:p>
        </p:txBody>
      </p:sp>
    </p:spTree>
    <p:extLst>
      <p:ext uri="{BB962C8B-B14F-4D97-AF65-F5344CB8AC3E}">
        <p14:creationId xmlns:p14="http://schemas.microsoft.com/office/powerpoint/2010/main" val="37565686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noChangeAspect="1"/>
          </p:cNvSpPr>
          <p:nvPr>
            <p:ph type="pic" sz="quarter" idx="14" hasCustomPrompt="1"/>
          </p:nvPr>
        </p:nvSpPr>
        <p:spPr>
          <a:xfrm>
            <a:off x="0" y="0"/>
            <a:ext cx="7617785" cy="6858000"/>
          </a:xfrm>
          <a:custGeom>
            <a:avLst/>
            <a:gdLst/>
            <a:ahLst/>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dirty="0"/>
              <a:t>
              </a:t>
            </a:r>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8/16/2026</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a:t>
            </a:fld>
            <a:endParaRPr lang="en-US" dirty="0"/>
          </a:p>
        </p:txBody>
      </p:sp>
    </p:spTree>
    <p:extLst>
      <p:ext uri="{BB962C8B-B14F-4D97-AF65-F5344CB8AC3E}">
        <p14:creationId xmlns:p14="http://schemas.microsoft.com/office/powerpoint/2010/main" val="24349276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dirty="0"/>
              <a:pPr/>
              <a:t>8/16/2026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dirty="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8450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FigureOut">
              <a:rPr lang="en-US" dirty="0"/>
              <a:t>8/16/2026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dirty="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958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dirty="0"/>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FigureOut">
              <a:rPr lang="en-US" dirty="0"/>
              <a:t>8/16/2026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dirty="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noChangeAspect="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nchor="t"/>
          <a:lstStyle>
            <a:lvl1pPr>
              <a:defRPr/>
            </a:lvl1pPr>
          </a:lstStyle>
          <a:p>
            <a:endParaRP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3687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FigureOut">
              <a:rPr lang="en-US" dirty="0"/>
              <a:t>8/16/2026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dirty="0"/>
              <a:t>‹#›</a:t>
            </a:fld>
            <a:endParaRPr lang="en-US" dirty="0"/>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640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FigureOut">
              <a:rPr lang="en-US" dirty="0"/>
              <a:t>8/16/2026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dirty="0"/>
              <a:t>‹#›</a:t>
            </a:fld>
            <a:endParaRPr lang="en-US" dirty="0"/>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9615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dirty="0"/>
              <a:t>Click to edit Master title style</a:t>
            </a:r>
          </a:p>
        </p:txBody>
      </p:sp>
      <p:sp>
        <p:nvSpPr>
          <p:cNvPr id="6" name="Picture Placeholder 10">
            <a:extLst>
              <a:ext uri="{FF2B5EF4-FFF2-40B4-BE49-F238E27FC236}">
                <a16:creationId xmlns:a16="http://schemas.microsoft.com/office/drawing/2014/main" id="{6FB7CB50-241E-E6B6-1C0E-1B5466B14779}"/>
              </a:ext>
            </a:extLst>
          </p:cNvPr>
          <p:cNvSpPr>
            <a:spLocks noGrp="1" noChangeAspect="1"/>
          </p:cNvSpPr>
          <p:nvPr>
            <p:ph type="pic" sz="quarter" idx="13" hasCustomPrompt="1"/>
          </p:nvPr>
        </p:nvSpPr>
        <p:spPr>
          <a:xfrm>
            <a:off x="12192" y="0"/>
            <a:ext cx="4506585" cy="6858000"/>
          </a:xfrm>
          <a:blipFill dpi="0" rotWithShape="1">
            <a:blip r:embed="rId2">
              <a:alphaModFix amt="60000"/>
            </a:blip>
            <a:srcRect/>
            <a:stretch>
              <a:fillRect/>
            </a:stretch>
          </a:blipFill>
        </p:spPr>
        <p:txBody>
          <a:bodyPr anchor="t"/>
          <a:lstStyle>
            <a:lvl1pPr marL="0" indent="0">
              <a:buNone/>
              <a:defRPr/>
            </a:lvl1pPr>
          </a:lstStyle>
          <a:p>
            <a:endParaRP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dirty="0"/>
              <a:t>
              </a:t>
            </a:r>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8/16/2026</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a:t>
            </a:fld>
            <a:endParaRPr lang="en-US" dirty="0"/>
          </a:p>
        </p:txBody>
      </p:sp>
    </p:spTree>
    <p:extLst>
      <p:ext uri="{BB962C8B-B14F-4D97-AF65-F5344CB8AC3E}">
        <p14:creationId xmlns:p14="http://schemas.microsoft.com/office/powerpoint/2010/main" val="4184800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dirty="0"/>
              <a:t>Click to edit Master title style</a:t>
            </a:r>
          </a:p>
        </p:txBody>
      </p:sp>
      <p:sp>
        <p:nvSpPr>
          <p:cNvPr id="15" name="Picture Placeholder 10">
            <a:extLst>
              <a:ext uri="{FF2B5EF4-FFF2-40B4-BE49-F238E27FC236}">
                <a16:creationId xmlns:a16="http://schemas.microsoft.com/office/drawing/2014/main" id="{5189CF27-6D02-DB0D-F5D1-1535F1479166}"/>
              </a:ext>
            </a:extLst>
          </p:cNvPr>
          <p:cNvSpPr>
            <a:spLocks noGrp="1" noChangeAspect="1"/>
          </p:cNvSpPr>
          <p:nvPr>
            <p:ph type="pic" sz="quarter" idx="19" hasCustomPrompt="1"/>
          </p:nvPr>
        </p:nvSpPr>
        <p:spPr>
          <a:xfrm>
            <a:off x="0" y="0"/>
            <a:ext cx="3526439" cy="6858000"/>
          </a:xfrm>
          <a:blipFill dpi="0" rotWithShape="1">
            <a:blip r:embed="rId2">
              <a:alphaModFix amt="60000"/>
            </a:blip>
            <a:srcRect/>
            <a:stretch>
              <a:fillRect/>
            </a:stretch>
          </a:blipFill>
        </p:spPr>
        <p:txBody>
          <a:bodyPr anchor="t"/>
          <a:lstStyle>
            <a:lvl1pPr marL="0" indent="0">
              <a:buNone/>
              <a:defRPr/>
            </a:lvl1pPr>
          </a:lstStyle>
          <a:p>
            <a:endParaRP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dirty="0"/>
              <a:t>
              </a:t>
            </a:r>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8/16/2026</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a:t>
            </a:fld>
            <a:endParaRPr lang="en-US" dirty="0"/>
          </a:p>
        </p:txBody>
      </p:sp>
    </p:spTree>
    <p:extLst>
      <p:ext uri="{BB962C8B-B14F-4D97-AF65-F5344CB8AC3E}">
        <p14:creationId xmlns:p14="http://schemas.microsoft.com/office/powerpoint/2010/main" val="1393834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dirty="0"/>
              <a:t>
              </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dirty="0"/>
              <a:pPr/>
              <a:t>8/16/2026</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dirty="0"/>
              <a:t>‹#›</a:t>
            </a:fld>
            <a:endParaRPr lang="en-US" dirty="0"/>
          </a:p>
        </p:txBody>
      </p:sp>
      <p:sp>
        <p:nvSpPr>
          <p:cNvPr id="12" name="Picture Placeholder 10">
            <a:extLst>
              <a:ext uri="{FF2B5EF4-FFF2-40B4-BE49-F238E27FC236}">
                <a16:creationId xmlns:a16="http://schemas.microsoft.com/office/drawing/2014/main" id="{61964118-5CFA-FFA8-E19F-A107D63DDC08}"/>
              </a:ext>
            </a:extLst>
          </p:cNvPr>
          <p:cNvSpPr>
            <a:spLocks noGrp="1" noChangeAspect="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2139873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dirty="0"/>
              <a:t>
              </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dirty="0"/>
              <a:pPr/>
              <a:t>8/16/2026</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dirty="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23798674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dirty="0"/>
              <a:t>
              </a:t>
            </a:r>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dirty="0"/>
              <a:pPr/>
              <a:t>8/16/2026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dirty="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28285236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dirty="0"/>
              <a:t>Click to edit Master title style</a:t>
            </a:r>
          </a:p>
        </p:txBody>
      </p:sp>
      <p:sp>
        <p:nvSpPr>
          <p:cNvPr id="2" name="Picture Placeholder 9">
            <a:extLst>
              <a:ext uri="{FF2B5EF4-FFF2-40B4-BE49-F238E27FC236}">
                <a16:creationId xmlns:a16="http://schemas.microsoft.com/office/drawing/2014/main" id="{2A43D9F3-C10E-5B48-BB59-16A8600BD36F}"/>
              </a:ext>
            </a:extLst>
          </p:cNvPr>
          <p:cNvSpPr>
            <a:spLocks noGrp="1" noChangeAspect="1"/>
          </p:cNvSpPr>
          <p:nvPr>
            <p:ph type="pic" sz="quarter" idx="13" hasCustomPrompt="1"/>
          </p:nvPr>
        </p:nvSpPr>
        <p:spPr>
          <a:xfrm>
            <a:off x="12192" y="0"/>
            <a:ext cx="7481777" cy="6858000"/>
          </a:xfrm>
          <a:custGeom>
            <a:avLst/>
            <a:gdLst/>
            <a:ahLst/>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dirty="0"/>
              <a:t>
              </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dirty="0"/>
              <a:pPr/>
              <a:t>8/16/2026</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a:t>
            </a:fld>
            <a:endParaRPr lang="en-US" dirty="0"/>
          </a:p>
        </p:txBody>
      </p:sp>
    </p:spTree>
    <p:extLst>
      <p:ext uri="{BB962C8B-B14F-4D97-AF65-F5344CB8AC3E}">
        <p14:creationId xmlns:p14="http://schemas.microsoft.com/office/powerpoint/2010/main" val="2474638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2192000" cy="3443331"/>
          </a:xfrm>
          <a:blipFill dpi="0" rotWithShape="1">
            <a:blip r:embed="rId2">
              <a:alphaModFix amt="60000"/>
            </a:blip>
            <a:srcRect/>
            <a:stretch>
              <a:fillRect/>
            </a:stretch>
          </a:blipFill>
        </p:spPr>
        <p:txBody>
          <a:bodyPr anchor="t"/>
          <a:lstStyle>
            <a:lvl1pPr marL="0" indent="0">
              <a:buNone/>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dirty="0"/>
              <a:pPr/>
              <a:t>8/16/2026</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dirty="0"/>
              <a:pPr/>
              <a:t>‹#›</a:t>
            </a:fld>
            <a:endParaRPr lang="en-US" dirty="0"/>
          </a:p>
        </p:txBody>
      </p:sp>
    </p:spTree>
    <p:extLst>
      <p:ext uri="{BB962C8B-B14F-4D97-AF65-F5344CB8AC3E}">
        <p14:creationId xmlns:p14="http://schemas.microsoft.com/office/powerpoint/2010/main" val="2096919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1" y="2286008"/>
            <a:ext cx="6096000" cy="4571992"/>
          </a:xfrm>
          <a:custGeom>
            <a:avLst/>
            <a:gdLst/>
            <a:ahLst/>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chor="t">
            <a:noAutofit/>
          </a:bodyPr>
          <a:lstStyle>
            <a:lvl1pPr>
              <a:defRPr lang="en-US" dirty="0"/>
            </a:lvl1pPr>
          </a:lstStyle>
          <a:p>
            <a:pPr marL="0" lvl="0" indent="0">
              <a:buNone/>
            </a:pPr>
            <a:endParaRP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dirty="0"/>
              <a:pPr/>
              <a:t>8/16/2026</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dirty="0"/>
              <a:pPr/>
              <a:t>‹#›</a:t>
            </a:fld>
            <a:endParaRPr lang="en-US" dirty="0"/>
          </a:p>
        </p:txBody>
      </p:sp>
    </p:spTree>
    <p:extLst>
      <p:ext uri="{BB962C8B-B14F-4D97-AF65-F5344CB8AC3E}">
        <p14:creationId xmlns:p14="http://schemas.microsoft.com/office/powerpoint/2010/main" val="2105569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9ADE1102-BF4C-FC7C-22F6-B8453DE3B195}"/>
              </a:ext>
            </a:extLst>
          </p:cNvPr>
          <p:cNvSpPr>
            <a:spLocks noGrp="1" noChangeAspect="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nchor="t"/>
          <a:lstStyle>
            <a:lvl1pPr marL="0" indent="0">
              <a:buNone/>
              <a:defRPr/>
            </a:lvl1pPr>
          </a:lstStyle>
          <a:p>
            <a:endParaRP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FigureOut">
              <a:rPr lang="en-US" dirty="0"/>
              <a:t>8/16/2026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52305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dirty="0"/>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FigureOut">
              <a:rPr lang="en-US" dirty="0"/>
              <a:pPr/>
              <a:t>8/16/2026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3177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
              </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FigureOut">
              <a:rPr lang="en-US" dirty="0"/>
              <a:t>8/16/2026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dirty="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26310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FigureOut">
              <a:rPr lang="en-US" dirty="0"/>
              <a:t>8/16/2026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23466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dirty="0"/>
              <a:t>8/16/2026</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dirty="0"/>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7915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dirty="0"/>
              <a:t>8/16/2026</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dirty="0"/>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02771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dirty="0"/>
              <a:t>8/16/2026</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dirty="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65917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dirty="0"/>
              <a:t>8/16/2026</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dirty="0"/>
              <a:t>‹#›</a:t>
            </a:fld>
            <a:endParaRPr lang="en-US" dirty="0"/>
          </a:p>
        </p:txBody>
      </p:sp>
    </p:spTree>
    <p:extLst>
      <p:ext uri="{BB962C8B-B14F-4D97-AF65-F5344CB8AC3E}">
        <p14:creationId xmlns:p14="http://schemas.microsoft.com/office/powerpoint/2010/main" val="35370144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FigureOut">
              <a:rPr lang="en-US" dirty="0"/>
              <a:pPr/>
              <a:t>8/16/2026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3267398"/>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FigureOut">
              <a:rPr lang="en-US" dirty="0"/>
              <a:pPr/>
              <a:t>8/16/2026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224131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315653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8247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dirty="0"/>
              <a:pPr/>
              <a:t>8/16/2026</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dirty="0"/>
              <a:pPr/>
              <a:t>‹#›</a:t>
            </a:fld>
            <a:endParaRPr lang="en-US" dirty="0"/>
          </a:p>
        </p:txBody>
      </p:sp>
    </p:spTree>
    <p:extLst>
      <p:ext uri="{BB962C8B-B14F-4D97-AF65-F5344CB8AC3E}">
        <p14:creationId xmlns:p14="http://schemas.microsoft.com/office/powerpoint/2010/main" val="15810785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 id="2147483759" r:id="rId27"/>
    <p:sldLayoutId id="2147483760" r:id="rId28"/>
    <p:sldLayoutId id="2147483761" r:id="rId29"/>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7166/35-4-3058" TargetMode="External"/><Relationship Id="rId2" Type="http://schemas.openxmlformats.org/officeDocument/2006/relationships/hyperlink" Target="https://doi.org/10.1109/CSEI47661.2019.8938877" TargetMode="External"/><Relationship Id="rId1" Type="http://schemas.openxmlformats.org/officeDocument/2006/relationships/slideLayout" Target="../slideLayouts/slideLayout29.xml"/><Relationship Id="rId5" Type="http://schemas.openxmlformats.org/officeDocument/2006/relationships/hyperlink" Target="https://doi.org/10.1109/SEAA.2019.00050" TargetMode="External"/><Relationship Id="rId4" Type="http://schemas.openxmlformats.org/officeDocument/2006/relationships/hyperlink" Target="https://doi.org/10.1109/ACIT62805.2024.108772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The Scrum Framework</a:t>
            </a:r>
            <a:br>
              <a:rPr lang="en-US" dirty="0"/>
            </a:br>
            <a:r>
              <a:rPr lang="en-US" dirty="0"/>
              <a:t>vs.</a:t>
            </a:r>
            <a:br>
              <a:rPr lang="en-US" dirty="0"/>
            </a:br>
            <a:r>
              <a:rPr lang="en-US" dirty="0"/>
              <a:t>The Waterfall </a:t>
            </a:r>
            <a:r>
              <a:rPr lang="en-US"/>
              <a:t>Methodology</a:t>
            </a:r>
            <a:endParaRPr lang="en-US" dirty="0"/>
          </a:p>
        </p:txBody>
      </p:sp>
      <p:sp>
        <p:nvSpPr>
          <p:cNvPr id="3" name="Subtitle 2"/>
          <p:cNvSpPr>
            <a:spLocks noGrp="1"/>
          </p:cNvSpPr>
          <p:nvPr>
            <p:ph type="subTitle" idx="1"/>
          </p:nvPr>
        </p:nvSpPr>
        <p:spPr>
          <a:xfrm>
            <a:off x="1524000" y="4437483"/>
            <a:ext cx="9144000" cy="820317"/>
          </a:xfrm>
        </p:spPr>
        <p:txBody>
          <a:bodyPr vert="horz" lIns="91440" tIns="45720" rIns="91440" bIns="45720" rtlCol="0" anchor="t">
            <a:normAutofit/>
          </a:bodyPr>
          <a:lstStyle/>
          <a:p>
            <a:r>
              <a:rPr lang="en-US"/>
              <a:t>Regarding</a:t>
            </a:r>
            <a:r>
              <a:rPr lang="en-US" dirty="0"/>
              <a:t> effective development practices for SNHU Travel</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53966-841D-B0EB-4610-14A2F0E5DF52}"/>
              </a:ext>
            </a:extLst>
          </p:cNvPr>
          <p:cNvSpPr>
            <a:spLocks noGrp="1"/>
          </p:cNvSpPr>
          <p:nvPr>
            <p:ph type="title"/>
          </p:nvPr>
        </p:nvSpPr>
        <p:spPr/>
        <p:txBody>
          <a:bodyPr/>
          <a:lstStyle/>
          <a:p>
            <a:r>
              <a:rPr lang="en-US"/>
              <a:t>What is Scrum?</a:t>
            </a:r>
          </a:p>
        </p:txBody>
      </p:sp>
      <p:sp>
        <p:nvSpPr>
          <p:cNvPr id="3" name="Content Placeholder 2">
            <a:extLst>
              <a:ext uri="{FF2B5EF4-FFF2-40B4-BE49-F238E27FC236}">
                <a16:creationId xmlns:a16="http://schemas.microsoft.com/office/drawing/2014/main" id="{6862607F-1959-F92F-AC30-75C3A1627D8E}"/>
              </a:ext>
            </a:extLst>
          </p:cNvPr>
          <p:cNvSpPr>
            <a:spLocks noGrp="1"/>
          </p:cNvSpPr>
          <p:nvPr>
            <p:ph idx="1"/>
          </p:nvPr>
        </p:nvSpPr>
        <p:spPr>
          <a:xfrm>
            <a:off x="838200" y="1825625"/>
            <a:ext cx="10515600" cy="4663482"/>
          </a:xfrm>
        </p:spPr>
        <p:txBody>
          <a:bodyPr vert="horz" lIns="91440" tIns="45720" rIns="91440" bIns="45720" rtlCol="0" anchor="t">
            <a:normAutofit/>
          </a:bodyPr>
          <a:lstStyle/>
          <a:p>
            <a:r>
              <a:rPr lang="en-US"/>
              <a:t>Clearly defined roles</a:t>
            </a:r>
          </a:p>
          <a:p>
            <a:pPr lvl="1">
              <a:buFont typeface="Calibri" panose="020B0604020202020204" pitchFamily="34" charset="0"/>
              <a:buChar char="-"/>
            </a:pPr>
            <a:r>
              <a:rPr lang="en-US"/>
              <a:t>Product Owner</a:t>
            </a:r>
            <a:endParaRPr lang="en-US" dirty="0"/>
          </a:p>
          <a:p>
            <a:pPr lvl="1">
              <a:buFont typeface="Calibri"/>
              <a:buChar char="-"/>
            </a:pPr>
            <a:r>
              <a:rPr lang="en-US"/>
              <a:t>Scrum Master</a:t>
            </a:r>
            <a:endParaRPr lang="en-US" dirty="0"/>
          </a:p>
          <a:p>
            <a:pPr lvl="1">
              <a:buFont typeface="Calibri"/>
              <a:buChar char="-"/>
            </a:pPr>
            <a:r>
              <a:rPr lang="en-US"/>
              <a:t>Developer</a:t>
            </a:r>
            <a:endParaRPr lang="en-US" dirty="0"/>
          </a:p>
          <a:p>
            <a:pPr lvl="1">
              <a:buFont typeface="Calibri"/>
              <a:buChar char="-"/>
            </a:pPr>
            <a:r>
              <a:rPr lang="en-US"/>
              <a:t>Tester</a:t>
            </a:r>
            <a:endParaRPr lang="en-US" dirty="0"/>
          </a:p>
          <a:p>
            <a:r>
              <a:rPr lang="en-US" dirty="0"/>
              <a:t> Iterative, feedback-oriented </a:t>
            </a:r>
            <a:r>
              <a:rPr lang="en-US"/>
              <a:t>approach to project development</a:t>
            </a:r>
          </a:p>
          <a:p>
            <a:pPr lvl="1">
              <a:buFont typeface="Calibri" panose="020B0604020202020204" pitchFamily="34" charset="0"/>
              <a:buChar char="-"/>
            </a:pPr>
            <a:r>
              <a:rPr lang="en-US"/>
              <a:t>Planning</a:t>
            </a:r>
            <a:endParaRPr lang="en-US" dirty="0"/>
          </a:p>
          <a:p>
            <a:pPr lvl="1">
              <a:buFont typeface="Calibri" panose="020B0604020202020204" pitchFamily="34" charset="0"/>
              <a:buChar char="-"/>
            </a:pPr>
            <a:r>
              <a:rPr lang="en-US"/>
              <a:t>Execution</a:t>
            </a:r>
          </a:p>
          <a:p>
            <a:pPr lvl="1">
              <a:buFont typeface="Calibri" panose="020B0604020202020204" pitchFamily="34" charset="0"/>
              <a:buChar char="-"/>
            </a:pPr>
            <a:r>
              <a:rPr lang="en-US"/>
              <a:t>Review</a:t>
            </a:r>
            <a:endParaRPr lang="en-US" dirty="0"/>
          </a:p>
          <a:p>
            <a:pPr lvl="1">
              <a:buFont typeface="Calibri" panose="020B0604020202020204" pitchFamily="34" charset="0"/>
              <a:buChar char="-"/>
            </a:pPr>
            <a:r>
              <a:rPr lang="en-US"/>
              <a:t>Refinement</a:t>
            </a:r>
            <a:endParaRPr lang="en-US" dirty="0"/>
          </a:p>
          <a:p>
            <a:pPr lvl="1">
              <a:buFont typeface="Calibri" panose="020B0604020202020204" pitchFamily="34" charset="0"/>
              <a:buChar char="-"/>
            </a:pPr>
            <a:r>
              <a:rPr lang="en-US"/>
              <a:t>Repeat</a:t>
            </a:r>
            <a:endParaRPr lang="en-US" dirty="0"/>
          </a:p>
        </p:txBody>
      </p:sp>
    </p:spTree>
    <p:extLst>
      <p:ext uri="{BB962C8B-B14F-4D97-AF65-F5344CB8AC3E}">
        <p14:creationId xmlns:p14="http://schemas.microsoft.com/office/powerpoint/2010/main" val="2572622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DC587-4B2C-12A0-35C8-C150BB56A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6785F-176D-9B38-B9B1-B4EE17402871}"/>
              </a:ext>
            </a:extLst>
          </p:cNvPr>
          <p:cNvSpPr>
            <a:spLocks noGrp="1"/>
          </p:cNvSpPr>
          <p:nvPr>
            <p:ph type="title"/>
          </p:nvPr>
        </p:nvSpPr>
        <p:spPr/>
        <p:txBody>
          <a:bodyPr/>
          <a:lstStyle/>
          <a:p>
            <a:pPr algn="ctr"/>
            <a:r>
              <a:rPr lang="en-US"/>
              <a:t>Scrum Roles</a:t>
            </a:r>
            <a:endParaRPr lang="en-US" dirty="0"/>
          </a:p>
        </p:txBody>
      </p:sp>
      <p:sp>
        <p:nvSpPr>
          <p:cNvPr id="4" name="TextBox 3">
            <a:extLst>
              <a:ext uri="{FF2B5EF4-FFF2-40B4-BE49-F238E27FC236}">
                <a16:creationId xmlns:a16="http://schemas.microsoft.com/office/drawing/2014/main" id="{A62E31A0-1AB4-FE01-EEC5-5635928C7F27}"/>
              </a:ext>
            </a:extLst>
          </p:cNvPr>
          <p:cNvSpPr txBox="1">
            <a:spLocks/>
          </p:cNvSpPr>
          <p:nvPr/>
        </p:nvSpPr>
        <p:spPr>
          <a:xfrm>
            <a:off x="3565641" y="1829729"/>
            <a:ext cx="2611787" cy="4656362"/>
          </a:xfrm>
          <a:prstGeom prst="rect">
            <a:avLst/>
          </a:prstGeom>
          <a:noFill/>
          <a:effectLst>
            <a:reflection endPos="0" dir="5400000" sy="-100000" algn="bl" rotWithShape="0"/>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a:t>Scrum Master</a:t>
            </a:r>
          </a:p>
          <a:p>
            <a:pPr algn="ctr"/>
            <a:endParaRPr lang="en-US" dirty="0"/>
          </a:p>
          <a:p>
            <a:r>
              <a:rPr lang="en-US" sz="1200" dirty="0"/>
              <a:t>The scrum master works as the primary overseer of the scrum framework and how it is implemented within the team. Some responsibilities of the scrum master include coaching the development team in their adoption of the agile methodology, planning the implementation of scrum within the team, and facilitating scrum events. Furthermore, the scrum master aids the product owner in backlog refinement as well as offering coaching and conflict resolution for the rest of the team, encouraging practices such as pair programming and cross-training to ensure maximum business value output with each sprint (</a:t>
            </a:r>
            <a:r>
              <a:rPr lang="en-US" sz="1200" dirty="0" err="1"/>
              <a:t>Ereiz</a:t>
            </a:r>
            <a:r>
              <a:rPr lang="en-US" sz="1200" dirty="0"/>
              <a:t>, Z., &amp; Music, D., 2019).</a:t>
            </a:r>
          </a:p>
        </p:txBody>
      </p:sp>
      <p:sp>
        <p:nvSpPr>
          <p:cNvPr id="5" name="TextBox 4">
            <a:extLst>
              <a:ext uri="{FF2B5EF4-FFF2-40B4-BE49-F238E27FC236}">
                <a16:creationId xmlns:a16="http://schemas.microsoft.com/office/drawing/2014/main" id="{7600C9CC-DB1C-6777-C4D7-C59A5EC1F7BD}"/>
              </a:ext>
            </a:extLst>
          </p:cNvPr>
          <p:cNvSpPr txBox="1"/>
          <p:nvPr/>
        </p:nvSpPr>
        <p:spPr>
          <a:xfrm>
            <a:off x="6044437" y="1827592"/>
            <a:ext cx="2610907" cy="4665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a:t>Developer</a:t>
            </a:r>
          </a:p>
          <a:p>
            <a:pPr algn="ctr"/>
            <a:endParaRPr lang="en-US" dirty="0"/>
          </a:p>
          <a:p>
            <a:r>
              <a:rPr lang="en-US" sz="1200" dirty="0"/>
              <a:t>The developer's primary responsibility is the completion of user stories according to their requirements. Additionally, it is up to the developer to ensure that effective communication is used to clarify story requirements, and limit confusion regarding development among the team. The developer should work closely with the tester and product owner to ensure that user stories and test case </a:t>
            </a:r>
            <a:r>
              <a:rPr lang="en-US" sz="1200" dirty="0" err="1"/>
              <a:t>covera</a:t>
            </a:r>
            <a:r>
              <a:rPr lang="en-US" sz="1200" dirty="0"/>
              <a:t>ge are accurate and each sprint is conducted as it should. Developers should also work closely among each other to reduce </a:t>
            </a:r>
            <a:r>
              <a:rPr lang="en-US" sz="1200" dirty="0" err="1"/>
              <a:t>silod</a:t>
            </a:r>
            <a:r>
              <a:rPr lang="en-US" sz="1200" dirty="0"/>
              <a:t> knowledge and technical debt in the codebase.  </a:t>
            </a:r>
          </a:p>
        </p:txBody>
      </p:sp>
      <p:sp>
        <p:nvSpPr>
          <p:cNvPr id="6" name="TextBox 5">
            <a:extLst>
              <a:ext uri="{FF2B5EF4-FFF2-40B4-BE49-F238E27FC236}">
                <a16:creationId xmlns:a16="http://schemas.microsoft.com/office/drawing/2014/main" id="{BF939EA8-EA6C-E2DD-E250-80D8E80B7B45}"/>
              </a:ext>
            </a:extLst>
          </p:cNvPr>
          <p:cNvSpPr txBox="1"/>
          <p:nvPr/>
        </p:nvSpPr>
        <p:spPr>
          <a:xfrm>
            <a:off x="8660566" y="1846833"/>
            <a:ext cx="2616315" cy="4665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a:t>Tester</a:t>
            </a:r>
          </a:p>
          <a:p>
            <a:pPr algn="ctr"/>
            <a:endParaRPr lang="en-US" dirty="0"/>
          </a:p>
          <a:p>
            <a:r>
              <a:rPr lang="en-US" sz="1200" dirty="0"/>
              <a:t>The role of the tester is quality assurance in regards to the end-product that is delivered to the customers. The testers should work closely with the developers to ensure that test cases are sufficient and edge cases are addressed to maximize product quality. </a:t>
            </a:r>
          </a:p>
        </p:txBody>
      </p:sp>
      <p:sp>
        <p:nvSpPr>
          <p:cNvPr id="10" name="TextBox 9">
            <a:extLst>
              <a:ext uri="{FF2B5EF4-FFF2-40B4-BE49-F238E27FC236}">
                <a16:creationId xmlns:a16="http://schemas.microsoft.com/office/drawing/2014/main" id="{CF3EC113-AE69-34CE-AC93-C936F62817FD}"/>
              </a:ext>
            </a:extLst>
          </p:cNvPr>
          <p:cNvSpPr txBox="1"/>
          <p:nvPr/>
        </p:nvSpPr>
        <p:spPr>
          <a:xfrm>
            <a:off x="870857" y="1850571"/>
            <a:ext cx="2615183" cy="46574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a:t>Product Owner</a:t>
            </a:r>
          </a:p>
          <a:p>
            <a:pPr algn="ctr"/>
            <a:endParaRPr lang="en-US" dirty="0"/>
          </a:p>
          <a:p>
            <a:r>
              <a:rPr lang="en-US" sz="1200" dirty="0"/>
              <a:t>The role of the product owner encompasses a wide variety of responsibilities, most of which are central to administrative decisions as well as the vision and direction of the project. Some of the product owner's responsibilities include working to prioritize and organize the product backlog, adjusting it as sprints are completed and further knowledge is acquired. Furthermore, the PO works as the standing intermediary between the stakeholders of the project and the rest of the development team, writing user stories to ensure that requirements are clearly and completely understood by the developers, testers, and architects working on the product (Unger-Windeler, C., &amp; Schneider, </a:t>
            </a:r>
            <a:r>
              <a:rPr lang="en-US" sz="1200"/>
              <a:t>K., 2019).</a:t>
            </a:r>
          </a:p>
          <a:p>
            <a:r>
              <a:rPr lang="en-US"/>
              <a:t>  </a:t>
            </a:r>
            <a:endParaRPr lang="en-US" dirty="0"/>
          </a:p>
          <a:p>
            <a:r>
              <a:rPr lang="en-US" sz="1200"/>
              <a:t> </a:t>
            </a:r>
            <a:endParaRPr lang="en-US" sz="1200" dirty="0"/>
          </a:p>
        </p:txBody>
      </p:sp>
    </p:spTree>
    <p:extLst>
      <p:ext uri="{BB962C8B-B14F-4D97-AF65-F5344CB8AC3E}">
        <p14:creationId xmlns:p14="http://schemas.microsoft.com/office/powerpoint/2010/main" val="2748787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40B5-ABAC-AB03-684A-FF7A8F2F0C3A}"/>
              </a:ext>
            </a:extLst>
          </p:cNvPr>
          <p:cNvSpPr>
            <a:spLocks noGrp="1"/>
          </p:cNvSpPr>
          <p:nvPr>
            <p:ph type="title"/>
          </p:nvPr>
        </p:nvSpPr>
        <p:spPr>
          <a:xfrm>
            <a:off x="858492" y="610081"/>
            <a:ext cx="9922764" cy="935982"/>
          </a:xfrm>
        </p:spPr>
        <p:txBody>
          <a:bodyPr/>
          <a:lstStyle/>
          <a:p>
            <a:r>
              <a:rPr lang="en-US"/>
              <a:t>The Agile Process</a:t>
            </a:r>
          </a:p>
        </p:txBody>
      </p:sp>
      <p:sp>
        <p:nvSpPr>
          <p:cNvPr id="5" name="TextBox 4">
            <a:extLst>
              <a:ext uri="{FF2B5EF4-FFF2-40B4-BE49-F238E27FC236}">
                <a16:creationId xmlns:a16="http://schemas.microsoft.com/office/drawing/2014/main" id="{61105B69-B43D-683A-2121-3A62BB84AB8A}"/>
              </a:ext>
            </a:extLst>
          </p:cNvPr>
          <p:cNvSpPr txBox="1"/>
          <p:nvPr/>
        </p:nvSpPr>
        <p:spPr>
          <a:xfrm>
            <a:off x="855945" y="1075149"/>
            <a:ext cx="1069931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The agile development process consists of four iterative steps that all work together to ensure a quality end-product is delivered to customers when developme</a:t>
            </a:r>
            <a:r>
              <a:rPr lang="en-US" sz="1600"/>
              <a:t>nt is completed. </a:t>
            </a:r>
            <a:endParaRPr lang="en-US" sz="1600" dirty="0"/>
          </a:p>
        </p:txBody>
      </p:sp>
      <p:sp>
        <p:nvSpPr>
          <p:cNvPr id="7" name="TextBox 6">
            <a:extLst>
              <a:ext uri="{FF2B5EF4-FFF2-40B4-BE49-F238E27FC236}">
                <a16:creationId xmlns:a16="http://schemas.microsoft.com/office/drawing/2014/main" id="{E491AB7C-4437-A60C-FA5E-4F6241A591DA}"/>
              </a:ext>
            </a:extLst>
          </p:cNvPr>
          <p:cNvSpPr txBox="1"/>
          <p:nvPr/>
        </p:nvSpPr>
        <p:spPr>
          <a:xfrm>
            <a:off x="855944" y="1847588"/>
            <a:ext cx="10344411"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Steps in the agile process:</a:t>
            </a:r>
          </a:p>
          <a:p>
            <a:endParaRPr lang="en-US" sz="2000" b="1" dirty="0"/>
          </a:p>
          <a:p>
            <a:pPr marL="914400">
              <a:buFont typeface="Arial"/>
              <a:buChar char="•"/>
            </a:pPr>
            <a:r>
              <a:rPr lang="en-US" sz="1400" dirty="0"/>
              <a:t> </a:t>
            </a:r>
            <a:r>
              <a:rPr lang="en-US" sz="1600"/>
              <a:t>Sprint Planning</a:t>
            </a:r>
          </a:p>
          <a:p>
            <a:pPr marL="1371600" lvl="1"/>
            <a:r>
              <a:rPr lang="en-US" sz="1400"/>
              <a:t>In this step, the</a:t>
            </a:r>
            <a:r>
              <a:rPr lang="en-US" sz="1400" dirty="0"/>
              <a:t> team works together to select items from the product backlog to be developed and </a:t>
            </a:r>
            <a:r>
              <a:rPr lang="en-US" sz="1400"/>
              <a:t>tested in</a:t>
            </a:r>
            <a:r>
              <a:rPr lang="en-US" sz="1400" dirty="0"/>
              <a:t> the upcoming sprint. Items are chosen based on priority and difficulty, using time estimates as a clear guide for determining how many user stories can be included in one sprint.</a:t>
            </a:r>
            <a:endParaRPr lang="en-US"/>
          </a:p>
          <a:p>
            <a:pPr marL="914400">
              <a:buFont typeface="Arial"/>
              <a:buChar char="•"/>
            </a:pPr>
            <a:r>
              <a:rPr lang="en-US" sz="1600"/>
              <a:t> Sprint Execution (Development)</a:t>
            </a:r>
            <a:endParaRPr lang="en-US" sz="1600" dirty="0"/>
          </a:p>
          <a:p>
            <a:pPr marL="1371600" lvl="1"/>
            <a:r>
              <a:rPr lang="en-US" sz="1400" dirty="0"/>
              <a:t>This is the step in which user stories collected during sprint planning are developed into usable code that is </a:t>
            </a:r>
            <a:r>
              <a:rPr lang="en-US" sz="1400"/>
              <a:t>ready to be delivered to the end user. </a:t>
            </a:r>
            <a:endParaRPr lang="en-US" sz="1400" dirty="0"/>
          </a:p>
          <a:p>
            <a:pPr marL="914400">
              <a:buFont typeface="Arial"/>
              <a:buChar char="•"/>
            </a:pPr>
            <a:r>
              <a:rPr lang="en-US" sz="1600"/>
              <a:t> Sprint Review</a:t>
            </a:r>
          </a:p>
          <a:p>
            <a:pPr marL="1371600" lvl="1"/>
            <a:r>
              <a:rPr lang="en-US" sz="1400" dirty="0"/>
              <a:t>The sprint review is an opportunity for the team to review the progress made. Results from the review are used by the product owner and the scrum master to refine the product backlog, changing the estimated priority and difficulty of each item as needed based upon new knowledge obtained during the prev</a:t>
            </a:r>
            <a:r>
              <a:rPr lang="en-US" sz="1400"/>
              <a:t>ious sprint. </a:t>
            </a:r>
          </a:p>
          <a:p>
            <a:pPr marL="914400">
              <a:buFont typeface="Arial"/>
              <a:buChar char="•"/>
            </a:pPr>
            <a:r>
              <a:rPr lang="en-US" sz="1600"/>
              <a:t> Sprint Retrospective</a:t>
            </a:r>
            <a:endParaRPr lang="en-US" sz="1600" dirty="0"/>
          </a:p>
          <a:p>
            <a:pPr marL="1371600" lvl="1"/>
            <a:r>
              <a:rPr lang="en-US" sz="1400" dirty="0"/>
              <a:t>This step is similar to the sprint review, but instead of analyzing the progress made, it is an opportunity for the team to analyze their own collective performance, giving insight into what practices or changes in the team dynamic could be adopted to maximize efficiency and quality of development in future sprints.</a:t>
            </a:r>
          </a:p>
          <a:p>
            <a:pPr marL="914400">
              <a:buFont typeface="Arial"/>
              <a:buChar char="•"/>
            </a:pPr>
            <a:endParaRPr lang="en-US" sz="1600" dirty="0"/>
          </a:p>
          <a:p>
            <a:pPr marL="1371600" lvl="1"/>
            <a:endParaRPr lang="en-US" sz="1400" dirty="0"/>
          </a:p>
          <a:p>
            <a:pPr marL="1371600" lvl="1"/>
            <a:r>
              <a:rPr lang="en-US" sz="1400"/>
              <a:t>  </a:t>
            </a:r>
            <a:endParaRPr lang="en-US" sz="1400" dirty="0"/>
          </a:p>
          <a:p>
            <a:r>
              <a:rPr lang="en-US" sz="2000" b="1"/>
              <a:t> </a:t>
            </a:r>
            <a:endParaRPr lang="en-US" sz="2000" b="1" dirty="0"/>
          </a:p>
        </p:txBody>
      </p:sp>
    </p:spTree>
    <p:extLst>
      <p:ext uri="{BB962C8B-B14F-4D97-AF65-F5344CB8AC3E}">
        <p14:creationId xmlns:p14="http://schemas.microsoft.com/office/powerpoint/2010/main" val="3883693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21959-AB7B-199E-8A95-8C2D82A9973A}"/>
              </a:ext>
            </a:extLst>
          </p:cNvPr>
          <p:cNvSpPr>
            <a:spLocks noGrp="1"/>
          </p:cNvSpPr>
          <p:nvPr>
            <p:ph type="title"/>
          </p:nvPr>
        </p:nvSpPr>
        <p:spPr>
          <a:xfrm>
            <a:off x="774986" y="568328"/>
            <a:ext cx="9922764" cy="935982"/>
          </a:xfrm>
        </p:spPr>
        <p:txBody>
          <a:bodyPr/>
          <a:lstStyle/>
          <a:p>
            <a:r>
              <a:rPr lang="en-US"/>
              <a:t>The Waterfall Method</a:t>
            </a:r>
          </a:p>
        </p:txBody>
      </p:sp>
      <p:sp>
        <p:nvSpPr>
          <p:cNvPr id="3" name="TextBox 2">
            <a:extLst>
              <a:ext uri="{FF2B5EF4-FFF2-40B4-BE49-F238E27FC236}">
                <a16:creationId xmlns:a16="http://schemas.microsoft.com/office/drawing/2014/main" id="{2B0CAC47-BB74-67FE-8697-527AA273146A}"/>
              </a:ext>
            </a:extLst>
          </p:cNvPr>
          <p:cNvSpPr txBox="1"/>
          <p:nvPr/>
        </p:nvSpPr>
        <p:spPr>
          <a:xfrm>
            <a:off x="772439" y="1085589"/>
            <a:ext cx="1012520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The waterfall development process contrasts from the agile framework fundamentally. While the agile methodology works in a more iterative approach, refining existing code and requirements as progress is </a:t>
            </a:r>
            <a:r>
              <a:rPr lang="en-US" sz="1600"/>
              <a:t>made, the waterfall method is more plan-driven and prohibits revisiting completed work items. </a:t>
            </a:r>
            <a:endParaRPr lang="en-US" sz="1600" dirty="0"/>
          </a:p>
        </p:txBody>
      </p:sp>
      <p:sp>
        <p:nvSpPr>
          <p:cNvPr id="4" name="TextBox 3">
            <a:extLst>
              <a:ext uri="{FF2B5EF4-FFF2-40B4-BE49-F238E27FC236}">
                <a16:creationId xmlns:a16="http://schemas.microsoft.com/office/drawing/2014/main" id="{4BAA05EA-76BD-D357-A963-B249FBFA911F}"/>
              </a:ext>
            </a:extLst>
          </p:cNvPr>
          <p:cNvSpPr txBox="1"/>
          <p:nvPr/>
        </p:nvSpPr>
        <p:spPr>
          <a:xfrm>
            <a:off x="845507" y="2066794"/>
            <a:ext cx="10949835" cy="45858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Steps in the waterfall process:</a:t>
            </a:r>
          </a:p>
          <a:p>
            <a:endParaRPr lang="en-US" b="1" dirty="0"/>
          </a:p>
          <a:p>
            <a:pPr marL="914400">
              <a:buFont typeface="Arial"/>
              <a:buChar char="•"/>
            </a:pPr>
            <a:r>
              <a:rPr lang="en-US"/>
              <a:t> Gathering Requirements</a:t>
            </a:r>
          </a:p>
          <a:p>
            <a:pPr marL="1371600" lvl="1"/>
            <a:r>
              <a:rPr lang="en-US" sz="1600" dirty="0"/>
              <a:t>Here, requirements are gathered </a:t>
            </a:r>
            <a:r>
              <a:rPr lang="en-US" sz="1600" err="1"/>
              <a:t>fro</a:t>
            </a:r>
            <a:r>
              <a:rPr lang="en-US" sz="1600"/>
              <a:t>m the shareholders.</a:t>
            </a:r>
            <a:endParaRPr lang="en-US" sz="1600" dirty="0"/>
          </a:p>
          <a:p>
            <a:pPr marL="914400">
              <a:buFont typeface="Arial"/>
              <a:buChar char="•"/>
            </a:pPr>
            <a:r>
              <a:rPr lang="en-US"/>
              <a:t> Design</a:t>
            </a:r>
          </a:p>
          <a:p>
            <a:pPr marL="1371600" lvl="1"/>
            <a:r>
              <a:rPr lang="en-US" sz="1600"/>
              <a:t>In this step, the project is designed, utilizing a detailed plan for future development.</a:t>
            </a:r>
          </a:p>
          <a:p>
            <a:pPr marL="914400">
              <a:buFont typeface="Arial"/>
              <a:buChar char="•"/>
            </a:pPr>
            <a:r>
              <a:rPr lang="en-US"/>
              <a:t> Implementation</a:t>
            </a:r>
          </a:p>
          <a:p>
            <a:pPr marL="1371600" lvl="1"/>
            <a:r>
              <a:rPr lang="en-US" sz="1600"/>
              <a:t>This is the development stage where the design is implemented to create working code that meets the specified requirements.</a:t>
            </a:r>
          </a:p>
          <a:p>
            <a:pPr marL="914400">
              <a:buFont typeface="Arial"/>
              <a:buChar char="•"/>
            </a:pPr>
            <a:r>
              <a:rPr lang="en-US"/>
              <a:t> Verification</a:t>
            </a:r>
          </a:p>
          <a:p>
            <a:pPr marL="1371600" lvl="1"/>
            <a:r>
              <a:rPr lang="en-US" sz="1600"/>
              <a:t>This is the testing stage in which the code produced during the implementation stage is tested for quality assurance.</a:t>
            </a:r>
          </a:p>
          <a:p>
            <a:pPr marL="914400">
              <a:buFont typeface="Arial"/>
              <a:buChar char="•"/>
            </a:pPr>
            <a:r>
              <a:rPr lang="en-US"/>
              <a:t> Deployment</a:t>
            </a:r>
          </a:p>
          <a:p>
            <a:pPr marL="1371600" lvl="1"/>
            <a:r>
              <a:rPr lang="en-US" sz="1600"/>
              <a:t>In this stage, properly verified code is delivered to the end user. </a:t>
            </a:r>
          </a:p>
          <a:p>
            <a:pPr marL="914400">
              <a:buFont typeface="Arial"/>
              <a:buChar char="•"/>
            </a:pPr>
            <a:r>
              <a:rPr lang="en-US"/>
              <a:t> Maintenance</a:t>
            </a:r>
            <a:endParaRPr lang="en-US" dirty="0"/>
          </a:p>
          <a:p>
            <a:pPr marL="1371600" lvl="1"/>
            <a:r>
              <a:rPr lang="en-US" sz="1600" dirty="0"/>
              <a:t>After deployment, the existing codebase might run into issues as it ages. Because of this, delivered code must be maintained as the need aris</a:t>
            </a:r>
            <a:r>
              <a:rPr lang="en-US" sz="1600"/>
              <a:t>es.</a:t>
            </a:r>
            <a:endParaRPr lang="en-US" sz="1600" dirty="0"/>
          </a:p>
        </p:txBody>
      </p:sp>
    </p:spTree>
    <p:extLst>
      <p:ext uri="{BB962C8B-B14F-4D97-AF65-F5344CB8AC3E}">
        <p14:creationId xmlns:p14="http://schemas.microsoft.com/office/powerpoint/2010/main" val="3105265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E887-EDDB-FE10-1B2B-6DA68A15978C}"/>
              </a:ext>
            </a:extLst>
          </p:cNvPr>
          <p:cNvSpPr>
            <a:spLocks noGrp="1"/>
          </p:cNvSpPr>
          <p:nvPr>
            <p:ph type="title"/>
          </p:nvPr>
        </p:nvSpPr>
        <p:spPr/>
        <p:txBody>
          <a:bodyPr/>
          <a:lstStyle/>
          <a:p>
            <a:pPr algn="ctr"/>
            <a:r>
              <a:rPr lang="en-US"/>
              <a:t>Agile vs. Waterfall</a:t>
            </a:r>
          </a:p>
        </p:txBody>
      </p:sp>
      <p:sp>
        <p:nvSpPr>
          <p:cNvPr id="3" name="Content Placeholder 2">
            <a:extLst>
              <a:ext uri="{FF2B5EF4-FFF2-40B4-BE49-F238E27FC236}">
                <a16:creationId xmlns:a16="http://schemas.microsoft.com/office/drawing/2014/main" id="{8843B904-91CF-7654-5B89-D924AA00E128}"/>
              </a:ext>
            </a:extLst>
          </p:cNvPr>
          <p:cNvSpPr>
            <a:spLocks noGrp="1"/>
          </p:cNvSpPr>
          <p:nvPr>
            <p:ph idx="1"/>
          </p:nvPr>
        </p:nvSpPr>
        <p:spPr>
          <a:xfrm>
            <a:off x="1137617" y="1707091"/>
            <a:ext cx="4962164" cy="4166755"/>
          </a:xfrm>
        </p:spPr>
        <p:txBody>
          <a:bodyPr vert="horz" lIns="91440" tIns="45720" rIns="91440" bIns="45720" rtlCol="0" anchor="t">
            <a:noAutofit/>
          </a:bodyPr>
          <a:lstStyle/>
          <a:p>
            <a:pPr algn="ctr"/>
            <a:r>
              <a:rPr lang="en-US" sz="1800" b="1"/>
              <a:t>The Agile Framework</a:t>
            </a:r>
          </a:p>
          <a:p>
            <a:pPr algn="ctr"/>
            <a:endParaRPr lang="en-US" sz="1400" dirty="0"/>
          </a:p>
          <a:p>
            <a:pPr marL="285750" indent="-285750">
              <a:buFont typeface="Arial" panose="020B0504020202020204" pitchFamily="34" charset="0"/>
              <a:buChar char="•"/>
            </a:pPr>
            <a:r>
              <a:rPr lang="en-US" sz="1400"/>
              <a:t>Provides the ability to swiftly respond to changing requirements</a:t>
            </a:r>
          </a:p>
          <a:p>
            <a:pPr marL="285750" indent="-285750">
              <a:buFont typeface="Arial" panose="020B0504020202020204" pitchFamily="34" charset="0"/>
              <a:buChar char="•"/>
            </a:pPr>
            <a:endParaRPr lang="en-US" sz="1400" dirty="0"/>
          </a:p>
          <a:p>
            <a:pPr marL="285750" indent="-285750">
              <a:buFont typeface="Arial" panose="020B0504020202020204" pitchFamily="34" charset="0"/>
              <a:buChar char="•"/>
            </a:pPr>
            <a:r>
              <a:rPr lang="en-US" sz="1400"/>
              <a:t>Customizes end-product to the customer's needs through iterative development processes.</a:t>
            </a:r>
          </a:p>
          <a:p>
            <a:pPr marL="285750" indent="-285750">
              <a:buFont typeface="Arial" panose="020B0504020202020204" pitchFamily="34" charset="0"/>
              <a:buChar char="•"/>
            </a:pPr>
            <a:endParaRPr lang="en-US" sz="1400" dirty="0"/>
          </a:p>
          <a:p>
            <a:pPr marL="285750" indent="-285750">
              <a:buFont typeface="Arial" panose="020B0504020202020204" pitchFamily="34" charset="0"/>
              <a:buChar char="•"/>
            </a:pPr>
            <a:r>
              <a:rPr lang="en-US" sz="1400"/>
              <a:t>Allows for faster</a:t>
            </a:r>
            <a:r>
              <a:rPr lang="en-US" sz="1400" dirty="0"/>
              <a:t> product development </a:t>
            </a:r>
          </a:p>
          <a:p>
            <a:pPr marL="285750" indent="-285750">
              <a:buFont typeface="Arial" panose="020B0504020202020204" pitchFamily="34" charset="0"/>
              <a:buChar char="•"/>
            </a:pPr>
            <a:endParaRPr lang="en-US" sz="1400" dirty="0"/>
          </a:p>
          <a:p>
            <a:pPr marL="285750" indent="-285750">
              <a:buFont typeface="Arial" panose="020B0504020202020204" pitchFamily="34" charset="0"/>
              <a:buChar char="•"/>
            </a:pPr>
            <a:r>
              <a:rPr lang="en-US" sz="1400" dirty="0"/>
              <a:t>Provides feedback for completed requirements early in the development </a:t>
            </a:r>
            <a:r>
              <a:rPr lang="en-US" sz="1400"/>
              <a:t>process</a:t>
            </a:r>
            <a:endParaRPr lang="en-US" sz="1400" dirty="0"/>
          </a:p>
        </p:txBody>
      </p:sp>
      <p:sp>
        <p:nvSpPr>
          <p:cNvPr id="4" name="TextBox 3">
            <a:extLst>
              <a:ext uri="{FF2B5EF4-FFF2-40B4-BE49-F238E27FC236}">
                <a16:creationId xmlns:a16="http://schemas.microsoft.com/office/drawing/2014/main" id="{B855FD69-773A-51DB-83A2-426DBF7FCE6B}"/>
              </a:ext>
            </a:extLst>
          </p:cNvPr>
          <p:cNvSpPr txBox="1"/>
          <p:nvPr/>
        </p:nvSpPr>
        <p:spPr>
          <a:xfrm>
            <a:off x="6095999" y="1705111"/>
            <a:ext cx="4956047" cy="41728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30000"/>
              </a:lnSpc>
            </a:pPr>
            <a:r>
              <a:rPr lang="en-US" b="1"/>
              <a:t>The Waterfall Method</a:t>
            </a:r>
            <a:endParaRPr lang="en-US"/>
          </a:p>
          <a:p>
            <a:pPr algn="ctr">
              <a:lnSpc>
                <a:spcPct val="130000"/>
              </a:lnSpc>
            </a:pPr>
            <a:endParaRPr lang="en-US" sz="1400" dirty="0"/>
          </a:p>
          <a:p>
            <a:pPr marL="285750" indent="-285750">
              <a:lnSpc>
                <a:spcPct val="130000"/>
              </a:lnSpc>
              <a:buFont typeface="Arial,Sans-Serif"/>
              <a:buChar char="•"/>
            </a:pPr>
            <a:r>
              <a:rPr lang="en-US" sz="1400"/>
              <a:t>Resists changing requirements rather </a:t>
            </a:r>
            <a:r>
              <a:rPr lang="en-US" sz="1400" err="1"/>
              <a:t>tha</a:t>
            </a:r>
            <a:r>
              <a:rPr lang="en-US" sz="1400"/>
              <a:t>n gracefully adapting to them</a:t>
            </a:r>
          </a:p>
          <a:p>
            <a:pPr marL="285750" indent="-285750">
              <a:lnSpc>
                <a:spcPct val="130000"/>
              </a:lnSpc>
              <a:buFont typeface="Arial,Sans-Serif"/>
              <a:buChar char="•"/>
            </a:pPr>
            <a:endParaRPr lang="en-US" sz="1400" dirty="0"/>
          </a:p>
          <a:p>
            <a:pPr marL="285750" indent="-285750">
              <a:lnSpc>
                <a:spcPct val="130000"/>
              </a:lnSpc>
              <a:buFont typeface="Arial,Sans-Serif"/>
              <a:buChar char="•"/>
            </a:pPr>
            <a:r>
              <a:rPr lang="en-US" sz="1400" dirty="0"/>
              <a:t>Delivers an end product that is true to the originally specified requirements due to the rigid nature of the waterfall method</a:t>
            </a:r>
          </a:p>
          <a:p>
            <a:pPr marL="285750" indent="-285750">
              <a:lnSpc>
                <a:spcPct val="130000"/>
              </a:lnSpc>
              <a:buFont typeface="Arial,Sans-Serif"/>
              <a:buChar char="•"/>
            </a:pPr>
            <a:endParaRPr lang="en-US" sz="1400" dirty="0"/>
          </a:p>
          <a:p>
            <a:pPr marL="285750" indent="-285750">
              <a:lnSpc>
                <a:spcPct val="130000"/>
              </a:lnSpc>
              <a:buFont typeface="Arial,Sans-Serif"/>
              <a:buChar char="•"/>
            </a:pPr>
            <a:r>
              <a:rPr lang="en-US" sz="1400" dirty="0"/>
              <a:t>Feedback is only obtained at the end of the development process, making adaptation based on </a:t>
            </a:r>
            <a:r>
              <a:rPr lang="en-US" sz="1400"/>
              <a:t>recently acquired knowledge difficult or impossible.</a:t>
            </a:r>
            <a:endParaRPr lang="en-US" sz="1400" dirty="0"/>
          </a:p>
          <a:p>
            <a:pPr algn="ctr"/>
            <a:endParaRPr lang="en-US" b="1" dirty="0"/>
          </a:p>
          <a:p>
            <a:pPr algn="ctr"/>
            <a:endParaRPr lang="en-US" sz="1400" b="1" dirty="0"/>
          </a:p>
          <a:p>
            <a:pPr algn="ctr"/>
            <a:endParaRPr lang="en-US" sz="1400" b="1" dirty="0"/>
          </a:p>
          <a:p>
            <a:pPr marL="285750" indent="-285750">
              <a:buFont typeface="Arial"/>
              <a:buChar char="•"/>
            </a:pPr>
            <a:endParaRPr lang="en-US" sz="1400" b="1" dirty="0"/>
          </a:p>
          <a:p>
            <a:endParaRPr lang="en-US" sz="1400" b="1" dirty="0"/>
          </a:p>
        </p:txBody>
      </p:sp>
      <p:sp>
        <p:nvSpPr>
          <p:cNvPr id="5" name="TextBox 4">
            <a:extLst>
              <a:ext uri="{FF2B5EF4-FFF2-40B4-BE49-F238E27FC236}">
                <a16:creationId xmlns:a16="http://schemas.microsoft.com/office/drawing/2014/main" id="{706EE4E1-9B5B-AE35-01F3-7847AD877FD4}"/>
              </a:ext>
            </a:extLst>
          </p:cNvPr>
          <p:cNvSpPr txBox="1"/>
          <p:nvPr/>
        </p:nvSpPr>
        <p:spPr>
          <a:xfrm>
            <a:off x="1200411" y="5699342"/>
            <a:ext cx="950934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References: (</a:t>
            </a:r>
            <a:r>
              <a:rPr lang="en-US" sz="1200" dirty="0" err="1"/>
              <a:t>Lutwama</a:t>
            </a:r>
            <a:r>
              <a:rPr lang="en-US" sz="1200" dirty="0"/>
              <a:t>, P et al., 2024), (</a:t>
            </a:r>
            <a:r>
              <a:rPr lang="en-US" sz="1200" dirty="0" err="1"/>
              <a:t>Fawareh</a:t>
            </a:r>
            <a:r>
              <a:rPr lang="en-US" sz="1200" dirty="0"/>
              <a:t>, H et al., 2024)</a:t>
            </a:r>
            <a:endParaRPr lang="en-US" dirty="0"/>
          </a:p>
        </p:txBody>
      </p:sp>
    </p:spTree>
    <p:extLst>
      <p:ext uri="{BB962C8B-B14F-4D97-AF65-F5344CB8AC3E}">
        <p14:creationId xmlns:p14="http://schemas.microsoft.com/office/powerpoint/2010/main" val="1130225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2BD1F-E20D-E890-BE9A-07CB611B8C64}"/>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C3FCC346-CD33-DDBF-95CE-5805F7DFD99B}"/>
              </a:ext>
            </a:extLst>
          </p:cNvPr>
          <p:cNvSpPr>
            <a:spLocks noGrp="1"/>
          </p:cNvSpPr>
          <p:nvPr>
            <p:ph idx="1"/>
          </p:nvPr>
        </p:nvSpPr>
        <p:spPr/>
        <p:txBody>
          <a:bodyPr vert="horz" lIns="91440" tIns="45720" rIns="91440" bIns="45720" rtlCol="0" anchor="t">
            <a:normAutofit/>
          </a:bodyPr>
          <a:lstStyle/>
          <a:p>
            <a:pPr marL="457200" indent="-457200"/>
            <a:r>
              <a:rPr lang="en-US" sz="1200" dirty="0" err="1"/>
              <a:t>Ereiz</a:t>
            </a:r>
            <a:r>
              <a:rPr lang="en-US" sz="1200" dirty="0"/>
              <a:t>, Z., &amp; Music, D. (2019). Scrum Without a Scrum Master. 2019 IEEE International Conference on Computer Science and Educational Informatization (CSEI), Computer Science and Educational Informatization (CSEI), 2019 IEEE International Conference On, 325–328. </a:t>
            </a:r>
            <a:r>
              <a:rPr lang="en-US" sz="1200" dirty="0">
                <a:hlinkClick r:id="rId2"/>
              </a:rPr>
              <a:t>https://doi.org/10.1109/CSEI47661.2019.8938877</a:t>
            </a:r>
            <a:endParaRPr lang="en-US"/>
          </a:p>
          <a:p>
            <a:pPr marL="457200" indent="-457200"/>
            <a:endParaRPr lang="en-US" sz="1200" dirty="0"/>
          </a:p>
          <a:p>
            <a:pPr marL="457200" indent="-457200"/>
            <a:r>
              <a:rPr lang="en-US" sz="1200" dirty="0" err="1"/>
              <a:t>Lutwama</a:t>
            </a:r>
            <a:r>
              <a:rPr lang="en-US" sz="1200" dirty="0"/>
              <a:t>, P., </a:t>
            </a:r>
            <a:r>
              <a:rPr lang="en-US" sz="1200" dirty="0" err="1"/>
              <a:t>Dlulane</a:t>
            </a:r>
            <a:r>
              <a:rPr lang="en-US" sz="1200" dirty="0"/>
              <a:t>, M., Pillay, T., Hassan, F. S., &amp; Grobbelaar, S. (2024). Agile: Advantages, Disadvantages, Enablers, and Barriers. South African Journal of Industrial Engineering, 35(4), 66–76. </a:t>
            </a:r>
            <a:r>
              <a:rPr lang="en-US" sz="1200" dirty="0">
                <a:hlinkClick r:id="rId3"/>
              </a:rPr>
              <a:t>https://doi.org/10.7166/35-4-3058</a:t>
            </a:r>
            <a:endParaRPr lang="en-US"/>
          </a:p>
          <a:p>
            <a:pPr marL="457200" indent="-457200"/>
            <a:endParaRPr lang="en-US" sz="1200" dirty="0">
              <a:ea typeface="+mn-lt"/>
              <a:cs typeface="+mn-lt"/>
            </a:endParaRPr>
          </a:p>
          <a:p>
            <a:pPr marL="457200" indent="-457200"/>
            <a:r>
              <a:rPr lang="en-US" sz="1200" dirty="0" err="1">
                <a:ea typeface="+mn-lt"/>
                <a:cs typeface="+mn-lt"/>
              </a:rPr>
              <a:t>Fawareh</a:t>
            </a:r>
            <a:r>
              <a:rPr lang="en-US" sz="1200" dirty="0">
                <a:ea typeface="+mn-lt"/>
                <a:cs typeface="+mn-lt"/>
              </a:rPr>
              <a:t>, H., Al-Smadi, Y., Saadeh, R., </a:t>
            </a:r>
            <a:r>
              <a:rPr lang="en-US" sz="1200" dirty="0" err="1">
                <a:ea typeface="+mn-lt"/>
                <a:cs typeface="+mn-lt"/>
              </a:rPr>
              <a:t>Fawareh</a:t>
            </a:r>
            <a:r>
              <a:rPr lang="en-US" sz="1200" dirty="0">
                <a:ea typeface="+mn-lt"/>
                <a:cs typeface="+mn-lt"/>
              </a:rPr>
              <a:t>, F. A., Elrashidi, A., &amp; Al-</a:t>
            </a:r>
            <a:r>
              <a:rPr lang="en-US" sz="1200" dirty="0" err="1">
                <a:ea typeface="+mn-lt"/>
                <a:cs typeface="+mn-lt"/>
              </a:rPr>
              <a:t>Shdaifat</a:t>
            </a:r>
            <a:r>
              <a:rPr lang="en-US" sz="1200" dirty="0">
                <a:ea typeface="+mn-lt"/>
                <a:cs typeface="+mn-lt"/>
              </a:rPr>
              <a:t>, H. M. (2024). A Comparative Study between Agile and Waterfall Methodologies during Software Development Process. 2024 25th International Arab Conference on Information Technology (ACIT), Information Technology (ACIT), 2024 25th International Arab Conference On, 1–5. </a:t>
            </a:r>
            <a:r>
              <a:rPr lang="en-US" sz="1200" dirty="0">
                <a:ea typeface="+mn-lt"/>
                <a:cs typeface="+mn-lt"/>
                <a:hlinkClick r:id="rId4"/>
              </a:rPr>
              <a:t>https://doi.org/10.1109/ACIT62805.2024.10877239</a:t>
            </a:r>
            <a:endParaRPr lang="en-US"/>
          </a:p>
          <a:p>
            <a:pPr marL="457200" indent="-457200"/>
            <a:endParaRPr lang="en-US" sz="1200" dirty="0"/>
          </a:p>
          <a:p>
            <a:pPr marL="457200" indent="-457200"/>
            <a:r>
              <a:rPr lang="en-US" sz="1200" dirty="0"/>
              <a:t>Unger-Windeler, C., &amp; Schneider, K. (2019). Expectations on the Product Owner Role in Systems Engineering - A Scrum Team’s Point of View. 2019 45th </a:t>
            </a:r>
            <a:r>
              <a:rPr lang="en-US" sz="1200" dirty="0" err="1"/>
              <a:t>Euromicro</a:t>
            </a:r>
            <a:r>
              <a:rPr lang="en-US" sz="1200" dirty="0"/>
              <a:t> Conference on Software Engineering and Advanced Applications (SEAA), Software Engineering and Advanced Applications (SEAA), 2019 45th </a:t>
            </a:r>
            <a:r>
              <a:rPr lang="en-US" sz="1200" dirty="0" err="1"/>
              <a:t>Euromicro</a:t>
            </a:r>
            <a:r>
              <a:rPr lang="en-US" sz="1200" dirty="0"/>
              <a:t> Conference on, SEAA, 276–283. </a:t>
            </a:r>
            <a:r>
              <a:rPr lang="en-US" sz="1200" dirty="0">
                <a:hlinkClick r:id="rId5"/>
              </a:rPr>
              <a:t>https://doi.org/10.1109/SEAA.2019.00050</a:t>
            </a:r>
            <a:endParaRPr lang="en-US"/>
          </a:p>
          <a:p>
            <a:pPr marL="457200" indent="-457200"/>
            <a:endParaRPr lang="en-US" sz="1200" dirty="0"/>
          </a:p>
        </p:txBody>
      </p:sp>
    </p:spTree>
    <p:extLst>
      <p:ext uri="{BB962C8B-B14F-4D97-AF65-F5344CB8AC3E}">
        <p14:creationId xmlns:p14="http://schemas.microsoft.com/office/powerpoint/2010/main" val="3012215171"/>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Bjorn">
      <a:majorFont>
        <a:latin typeface="Neue Haas Grotesk Text Pro"/>
        <a:ea typeface=""/>
        <a:cs typeface=""/>
      </a:majorFont>
      <a:minorFont>
        <a:latin typeface="Neue Haas Grotesk Text Pro"/>
        <a:ea typeface=""/>
        <a:cs typeface=""/>
      </a:minorFont>
    </a:fontScheme>
    <a:fmtScheme name="Bjor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58E17CF6-1BD7-439C-B13C-57B478723B62}" vid="{983041D9-13D3-43F3-B671-446E6DAE8C9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Bjorn</vt:lpstr>
      <vt:lpstr>The Scrum Framework vs. The Waterfall Methodology</vt:lpstr>
      <vt:lpstr>What is Scrum?</vt:lpstr>
      <vt:lpstr>Scrum Roles</vt:lpstr>
      <vt:lpstr>The Agile Process</vt:lpstr>
      <vt:lpstr>The Waterfall Method</vt:lpstr>
      <vt:lpstr>Agile vs. Waterfall</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534</cp:revision>
  <dcterms:created xsi:type="dcterms:W3CDTF">2026-08-16T18:02:03Z</dcterms:created>
  <dcterms:modified xsi:type="dcterms:W3CDTF">2026-08-16T20:14:13Z</dcterms:modified>
</cp:coreProperties>
</file>